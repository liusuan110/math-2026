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60" r:id="rId3"/>
    <p:sldMasterId id="2147483672" r:id="rId4"/>
  </p:sldMasterIdLst>
  <p:notesMasterIdLst>
    <p:notesMasterId r:id="rId6"/>
  </p:notesMasterIdLst>
  <p:handoutMasterIdLst>
    <p:handoutMasterId r:id="rId19"/>
  </p:handoutMasterIdLst>
  <p:sldIdLst>
    <p:sldId id="593" r:id="rId5"/>
    <p:sldId id="439" r:id="rId7"/>
    <p:sldId id="507" r:id="rId8"/>
    <p:sldId id="446" r:id="rId9"/>
    <p:sldId id="508" r:id="rId10"/>
    <p:sldId id="613" r:id="rId11"/>
    <p:sldId id="412" r:id="rId12"/>
    <p:sldId id="614" r:id="rId13"/>
    <p:sldId id="442" r:id="rId14"/>
    <p:sldId id="590" r:id="rId15"/>
    <p:sldId id="615" r:id="rId16"/>
    <p:sldId id="616" r:id="rId17"/>
    <p:sldId id="617" r:id="rId18"/>
  </p:sldIdLst>
  <p:sldSz cx="9144000" cy="6858000" type="screen4x3"/>
  <p:notesSz cx="6858000" cy="9144000"/>
  <p:embeddedFontLst>
    <p:embeddedFont>
      <p:font typeface="MiSans Heavy" panose="00000A00000000000000" charset="-122"/>
      <p:bold r:id="rId23"/>
    </p:embeddedFont>
    <p:embeddedFont>
      <p:font typeface="MiSans Normal" panose="00000500000000000000" charset="-122"/>
      <p:regular r:id="rId24"/>
    </p:embeddedFont>
  </p:embeddedFontLst>
  <p:custDataLst>
    <p:tags r:id="rId25"/>
  </p:custDataLst>
  <p:defaultTextStyle>
    <a:defPPr>
      <a:defRPr lang="zh-CN"/>
    </a:defPPr>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BA43"/>
    <a:srgbClr val="0099FF"/>
    <a:srgbClr val="2181B7"/>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9"/>
    <p:restoredTop sz="94718"/>
  </p:normalViewPr>
  <p:slideViewPr>
    <p:cSldViewPr showGuides="1">
      <p:cViewPr varScale="1">
        <p:scale>
          <a:sx n="107" d="100"/>
          <a:sy n="107" d="100"/>
        </p:scale>
        <p:origin x="1734" y="96"/>
      </p:cViewPr>
      <p:guideLst>
        <p:guide orient="horz" pos="214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gs" Target="tags/tag122.xml"/><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274638"/>
          </a:xfrm>
          <a:prstGeom prst="rect">
            <a:avLst/>
          </a:prstGeom>
          <a:noFill/>
          <a:ln w="9525">
            <a:noFill/>
            <a:miter lim="800000"/>
          </a:ln>
          <a:effectLst/>
        </p:spPr>
        <p:txBody>
          <a:bodyPr vert="horz" wrap="square" lIns="91440" tIns="45720" rIns="91440" bIns="45720" numCol="1" anchor="t" anchorCtr="0" compatLnSpc="1">
            <a:spAutoFit/>
          </a:bodyPr>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数学建模</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1" name="Rectangle 3"/>
          <p:cNvSpPr>
            <a:spLocks noGrp="1" noChangeArrowheads="1"/>
          </p:cNvSpPr>
          <p:nvPr>
            <p:ph type="dt" sz="quarter" idx="1"/>
          </p:nvPr>
        </p:nvSpPr>
        <p:spPr bwMode="auto">
          <a:xfrm>
            <a:off x="3886200" y="0"/>
            <a:ext cx="2971800" cy="274638"/>
          </a:xfrm>
          <a:prstGeom prst="rect">
            <a:avLst/>
          </a:prstGeom>
          <a:noFill/>
          <a:ln w="9525">
            <a:noFill/>
            <a:miter lim="800000"/>
          </a:ln>
          <a:effectLst/>
        </p:spPr>
        <p:txBody>
          <a:bodyPr vert="horz" wrap="square" lIns="91440" tIns="45720" rIns="91440" bIns="45720" numCol="1" anchor="t" anchorCtr="0" compatLnSpc="1">
            <a:spAutoFit/>
          </a:bodyPr>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01-2-18</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2" name="Rectangle 4"/>
          <p:cNvSpPr>
            <a:spLocks noGrp="1" noChangeArrowheads="1"/>
          </p:cNvSpPr>
          <p:nvPr>
            <p:ph type="ftr" sz="quarter" idx="2"/>
          </p:nvPr>
        </p:nvSpPr>
        <p:spPr bwMode="auto">
          <a:xfrm>
            <a:off x="0" y="8869363"/>
            <a:ext cx="2971800" cy="274638"/>
          </a:xfrm>
          <a:prstGeom prst="rect">
            <a:avLst/>
          </a:prstGeom>
          <a:noFill/>
          <a:ln w="9525">
            <a:noFill/>
            <a:miter lim="800000"/>
          </a:ln>
          <a:effectLst/>
        </p:spPr>
        <p:txBody>
          <a:bodyPr vert="horz" wrap="square" lIns="91440" tIns="45720" rIns="91440" bIns="45720" numCol="1" anchor="b" anchorCtr="0" compatLnSpc="1">
            <a:spAutoFit/>
          </a:bodyPr>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第一讲 数学建模简介</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3" name="Rectangle 5"/>
          <p:cNvSpPr>
            <a:spLocks noGrp="1" noChangeArrowheads="1"/>
          </p:cNvSpPr>
          <p:nvPr>
            <p:ph type="sldNum" sz="quarter" idx="3"/>
          </p:nvPr>
        </p:nvSpPr>
        <p:spPr bwMode="auto">
          <a:xfrm>
            <a:off x="3886200" y="8869363"/>
            <a:ext cx="2971800" cy="274638"/>
          </a:xfrm>
          <a:prstGeom prst="rect">
            <a:avLst/>
          </a:prstGeom>
          <a:noFill/>
          <a:ln w="9525">
            <a:noFill/>
            <a:miter lim="800000"/>
          </a:ln>
          <a:effectLst/>
        </p:spPr>
        <p:txBody>
          <a:bodyPr vert="horz" wrap="square" lIns="91440" tIns="45720" rIns="91440" bIns="45720" numCol="1" anchor="b" anchorCtr="0" compatLnSpc="1">
            <a:spAutoFit/>
          </a:bodyPr>
          <a:lstStyle/>
          <a:p>
            <a:pPr lvl="0" algn="r" eaLnBrk="1" fontAlgn="base" hangingPunct="1">
              <a:buNone/>
            </a:pPr>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274638"/>
          </a:xfrm>
          <a:prstGeom prst="rect">
            <a:avLst/>
          </a:prstGeom>
          <a:noFill/>
          <a:ln w="9525">
            <a:noFill/>
            <a:miter lim="800000"/>
          </a:ln>
          <a:effectLst/>
        </p:spPr>
        <p:txBody>
          <a:bodyPr vert="horz" wrap="square" lIns="91440" tIns="45720" rIns="91440" bIns="45720" numCol="1" anchor="t" anchorCtr="0" compatLnSpc="1">
            <a:spAutoFit/>
          </a:bodyPr>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数学建模</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3" name="Rectangle 3"/>
          <p:cNvSpPr>
            <a:spLocks noGrp="1" noChangeArrowheads="1"/>
          </p:cNvSpPr>
          <p:nvPr>
            <p:ph type="dt" idx="1"/>
          </p:nvPr>
        </p:nvSpPr>
        <p:spPr bwMode="auto">
          <a:xfrm>
            <a:off x="3886200" y="0"/>
            <a:ext cx="2971800" cy="274638"/>
          </a:xfrm>
          <a:prstGeom prst="rect">
            <a:avLst/>
          </a:prstGeom>
          <a:noFill/>
          <a:ln w="9525">
            <a:noFill/>
            <a:miter lim="800000"/>
          </a:ln>
          <a:effectLst/>
        </p:spPr>
        <p:txBody>
          <a:bodyPr vert="horz" wrap="square" lIns="91440" tIns="45720" rIns="91440" bIns="45720" numCol="1" anchor="t" anchorCtr="0" compatLnSpc="1">
            <a:spAutoFit/>
          </a:bodyPr>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01-2-18</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5365" name="Rectangle 5"/>
          <p:cNvSpPr>
            <a:spLocks noGrp="1" noChangeArrowheads="1"/>
          </p:cNvSpPr>
          <p:nvPr>
            <p:ph type="body" sz="quarter" idx="3"/>
          </p:nvPr>
        </p:nvSpPr>
        <p:spPr bwMode="auto">
          <a:xfrm>
            <a:off x="914400" y="4343400"/>
            <a:ext cx="5029200" cy="1227138"/>
          </a:xfrm>
          <a:prstGeom prst="rect">
            <a:avLst/>
          </a:prstGeom>
          <a:noFill/>
          <a:ln w="9525">
            <a:noFill/>
            <a:miter lim="800000"/>
          </a:ln>
          <a:effectLst/>
        </p:spPr>
        <p:txBody>
          <a:bodyPr vert="horz" wrap="square" lIns="91440" tIns="45720" rIns="91440" bIns="45720" numCol="1" anchor="t" anchorCtr="0" compatLnSpc="1">
            <a:sp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6" name="Rectangle 6"/>
          <p:cNvSpPr>
            <a:spLocks noGrp="1" noChangeArrowheads="1"/>
          </p:cNvSpPr>
          <p:nvPr>
            <p:ph type="ftr" sz="quarter" idx="4"/>
          </p:nvPr>
        </p:nvSpPr>
        <p:spPr bwMode="auto">
          <a:xfrm>
            <a:off x="0" y="8869363"/>
            <a:ext cx="2971800" cy="274638"/>
          </a:xfrm>
          <a:prstGeom prst="rect">
            <a:avLst/>
          </a:prstGeom>
          <a:noFill/>
          <a:ln w="9525">
            <a:noFill/>
            <a:miter lim="800000"/>
          </a:ln>
          <a:effectLst/>
        </p:spPr>
        <p:txBody>
          <a:bodyPr vert="horz" wrap="square" lIns="91440" tIns="45720" rIns="91440" bIns="45720" numCol="1" anchor="b" anchorCtr="0" compatLnSpc="1">
            <a:spAutoFit/>
          </a:bodyPr>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第一讲 数学建模简介</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7" name="Rectangle 7"/>
          <p:cNvSpPr>
            <a:spLocks noGrp="1" noChangeArrowheads="1"/>
          </p:cNvSpPr>
          <p:nvPr>
            <p:ph type="sldNum" sz="quarter" idx="5"/>
          </p:nvPr>
        </p:nvSpPr>
        <p:spPr bwMode="auto">
          <a:xfrm>
            <a:off x="3886200" y="8869363"/>
            <a:ext cx="2971800" cy="274638"/>
          </a:xfrm>
          <a:prstGeom prst="rect">
            <a:avLst/>
          </a:prstGeom>
          <a:noFill/>
          <a:ln w="9525">
            <a:noFill/>
            <a:miter lim="800000"/>
          </a:ln>
          <a:effectLst/>
        </p:spPr>
        <p:txBody>
          <a:bodyPr vert="horz" wrap="square" lIns="91440" tIns="45720" rIns="91440" bIns="45720" numCol="1" anchor="b" anchorCtr="0" compatLnSpc="1">
            <a:spAutoFit/>
          </a:bodyPr>
          <a:lstStyle/>
          <a:p>
            <a:pPr lvl="0" algn="r" eaLnBrk="1" fontAlgn="base" hangingPunct="1">
              <a:buNone/>
            </a:pPr>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5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01-2-18</a:t>
            </a: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3.jpeg"/><Relationship Id="rId2" Type="http://schemas.openxmlformats.org/officeDocument/2006/relationships/tags" Target="../tags/tag15.xml"/><Relationship Id="rId11" Type="http://schemas.openxmlformats.org/officeDocument/2006/relationships/tags" Target="../tags/tag22.xml"/><Relationship Id="rId10"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image" Target="../media/image6.png"/><Relationship Id="rId4" Type="http://schemas.openxmlformats.org/officeDocument/2006/relationships/tags" Target="../tags/tag24.xml"/><Relationship Id="rId3" Type="http://schemas.openxmlformats.org/officeDocument/2006/relationships/image" Target="../media/image5.jpeg"/><Relationship Id="rId2" Type="http://schemas.openxmlformats.org/officeDocument/2006/relationships/tags" Target="../tags/tag23.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0" Type="http://schemas.openxmlformats.org/officeDocument/2006/relationships/tags" Target="../tags/tag46.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image" Target="../media/image2.png"/><Relationship Id="rId4" Type="http://schemas.openxmlformats.org/officeDocument/2006/relationships/tags" Target="../tags/tag66.xml"/><Relationship Id="rId3" Type="http://schemas.openxmlformats.org/officeDocument/2006/relationships/image" Target="../media/image1.jpeg"/><Relationship Id="rId2" Type="http://schemas.openxmlformats.org/officeDocument/2006/relationships/tags" Target="../tags/tag65.xml"/><Relationship Id="rId10" Type="http://schemas.openxmlformats.org/officeDocument/2006/relationships/tags" Target="../tags/tag7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D1AAE69-6485-4A5B-9286-86864582C172}"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Rectangle 4"/>
          <p:cNvSpPr>
            <a:spLocks noGrp="1" noChangeArrowheads="1"/>
          </p:cNvSpPr>
          <p:nvPr>
            <p:ph type="dt" sz="half" idx="1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B247585-CE35-41CC-B67C-0424803E386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1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1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72CDEC21-13D0-4C6F-85BA-9A98A83C14E3}"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66CC"/>
        </a:solidFill>
        <a:effectLst/>
      </p:bgPr>
    </p:bg>
    <p:spTree>
      <p:nvGrpSpPr>
        <p:cNvPr id="1" name=""/>
        <p:cNvGrpSpPr/>
        <p:nvPr/>
      </p:nvGrpSpPr>
      <p:grpSpPr>
        <a:xfrm>
          <a:off x="0" y="0"/>
          <a:ext cx="0" cy="0"/>
          <a:chOff x="0" y="0"/>
          <a:chExt cx="0" cy="0"/>
        </a:xfrm>
      </p:grpSpPr>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031731A-ED0E-4406-B2AE-B62CC5A92C01}"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381750"/>
            <a:ext cx="2895600" cy="32385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chemeClr val="accent2"/>
                </a:solidFill>
                <a:effectLst/>
                <a:uLnTx/>
                <a:uFillTx/>
                <a:cs typeface="+mn-cs"/>
              </a:rPr>
              <a:t>建模竞赛论文写作  Ljhu@dhu.edu.cn</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7" name="Rectangle 4"/>
          <p:cNvSpPr>
            <a:spLocks noGrp="1" noChangeArrowheads="1"/>
          </p:cNvSpPr>
          <p:nvPr>
            <p:ph type="dt" sz="half" idx="1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A5B43A3-F27B-4776-82BA-6765E2858643}"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D1AAE69-6485-4A5B-9286-86864582C172}"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Rectangle 4"/>
          <p:cNvSpPr>
            <a:spLocks noGrp="1" noChangeArrowheads="1"/>
          </p:cNvSpPr>
          <p:nvPr>
            <p:ph type="dt" sz="half" idx="1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B247585-CE35-41CC-B67C-0424803E386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1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1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72CDEC21-13D0-4C6F-85BA-9A98A83C14E3}"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66CC"/>
        </a:solidFill>
        <a:effectLst/>
      </p:bgPr>
    </p:bg>
    <p:spTree>
      <p:nvGrpSpPr>
        <p:cNvPr id="1" name=""/>
        <p:cNvGrpSpPr/>
        <p:nvPr/>
      </p:nvGrpSpPr>
      <p:grpSpPr>
        <a:xfrm>
          <a:off x="0" y="0"/>
          <a:ext cx="0" cy="0"/>
          <a:chOff x="0" y="0"/>
          <a:chExt cx="0" cy="0"/>
        </a:xfrm>
      </p:grpSpPr>
      <p:sp>
        <p:nvSpPr>
          <p:cNvPr id="7"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031731A-ED0E-4406-B2AE-B62CC5A92C01}"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381750"/>
            <a:ext cx="2895600" cy="32385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chemeClr val="accent2"/>
                </a:solidFill>
                <a:effectLst/>
                <a:uLnTx/>
                <a:uFillTx/>
                <a:cs typeface="+mn-cs"/>
              </a:rPr>
              <a:t>建模竞赛论文写作  Ljhu@dhu.edu.cn</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66CC"/>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7" name="Rectangle 4"/>
          <p:cNvSpPr>
            <a:spLocks noGrp="1" noChangeArrowheads="1"/>
          </p:cNvSpPr>
          <p:nvPr>
            <p:ph type="dt" sz="half" idx="1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A5B43A3-F27B-4776-82BA-6765E2858643}"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453188"/>
            <a:ext cx="2895600" cy="252413"/>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atin typeface="+mn-lt"/>
                <a:ea typeface="+mn-ea"/>
              </a:defRPr>
            </a:lvl1pPr>
          </a:lstStyle>
          <a:p>
            <a:pPr algn="r" fontAlgn="base">
              <a:spcBef>
                <a:spcPct val="0"/>
              </a:spcBef>
              <a:buNone/>
            </a:pPr>
            <a:fld id="{9A0DB2DC-4C9A-4742-B13C-FB6460FD3503}" type="slidenum">
              <a:rPr lang="en-US" altLang="zh-CN" strike="noStrike" noProof="1" dirty="0">
                <a:cs typeface="+mn-cs"/>
              </a:rPr>
            </a:fld>
            <a:endParaRPr lang="en-US" altLang="zh-CN"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13" name="图片 12" descr="ͼƬ1-4"/>
          <p:cNvPicPr>
            <a:picLocks noChangeAspect="1"/>
          </p:cNvPicPr>
          <p:nvPr>
            <p:custDataLst>
              <p:tags r:id="rId2"/>
            </p:custDataLst>
          </p:nvPr>
        </p:nvPicPr>
        <p:blipFill>
          <a:blip r:embed="rId3">
            <a:lum contrast="6000"/>
          </a:blip>
          <a:stretch>
            <a:fillRect/>
          </a:stretch>
        </p:blipFill>
        <p:spPr>
          <a:xfrm>
            <a:off x="0" y="857250"/>
            <a:ext cx="9144000" cy="5143024"/>
          </a:xfrm>
          <a:prstGeom prst="rect">
            <a:avLst/>
          </a:prstGeom>
        </p:spPr>
      </p:pic>
      <p:pic>
        <p:nvPicPr>
          <p:cNvPr id="3" name="图片 2"/>
          <p:cNvPicPr>
            <a:picLocks noChangeAspect="1"/>
          </p:cNvPicPr>
          <p:nvPr userDrawn="1">
            <p:custDataLst>
              <p:tags r:id="rId4"/>
            </p:custDataLst>
          </p:nvPr>
        </p:nvPicPr>
        <p:blipFill>
          <a:blip r:embed="rId5">
            <a:duotone>
              <a:prstClr val="black"/>
              <a:schemeClr val="accent1">
                <a:lumMod val="75000"/>
                <a:tint val="45000"/>
                <a:satMod val="400000"/>
              </a:schemeClr>
            </a:duotone>
            <a:extLst>
              <a:ext uri="{28A0092B-C50C-407E-A947-70E740481C1C}">
                <a14:useLocalDpi xmlns:a14="http://schemas.microsoft.com/office/drawing/2010/main" val="0"/>
              </a:ext>
            </a:extLst>
          </a:blip>
          <a:stretch>
            <a:fillRect/>
          </a:stretch>
        </p:blipFill>
        <p:spPr>
          <a:xfrm>
            <a:off x="0" y="858053"/>
            <a:ext cx="9144000" cy="5141894"/>
          </a:xfrm>
          <a:prstGeom prst="rect">
            <a:avLst/>
          </a:prstGeom>
        </p:spPr>
      </p:pic>
      <p:sp>
        <p:nvSpPr>
          <p:cNvPr id="9" name="署名"/>
          <p:cNvSpPr txBox="1">
            <a:spLocks noGrp="1"/>
          </p:cNvSpPr>
          <p:nvPr>
            <p:ph type="body" idx="3" hasCustomPrompt="1"/>
            <p:custDataLst>
              <p:tags r:id="rId6"/>
            </p:custDataLst>
          </p:nvPr>
        </p:nvSpPr>
        <p:spPr>
          <a:xfrm>
            <a:off x="680586" y="4133130"/>
            <a:ext cx="1525500" cy="351000"/>
          </a:xfrm>
          <a:prstGeom prst="roundRect">
            <a:avLst>
              <a:gd name="adj" fmla="val 25971"/>
            </a:avLst>
          </a:prstGeom>
          <a:gradFill>
            <a:gsLst>
              <a:gs pos="0">
                <a:schemeClr val="accent1"/>
              </a:gs>
              <a:gs pos="100000">
                <a:schemeClr val="accent2"/>
              </a:gs>
            </a:gsLst>
            <a:lin ang="2700000" scaled="0"/>
          </a:gradFill>
        </p:spPr>
        <p:txBody>
          <a:bodyPr wrap="square" lIns="0" tIns="0" rIns="0" bIns="0" rtlCol="0" anchor="ctr">
            <a:normAutofit/>
          </a:bodyPr>
          <a:lstStyle>
            <a:lvl1pPr marL="0" marR="0" algn="ctr" defTabSz="914400" rtl="0" eaLnBrk="1" fontAlgn="auto" latinLnBrk="0" hangingPunct="1">
              <a:lnSpc>
                <a:spcPct val="100000"/>
              </a:lnSpc>
              <a:buClrTx/>
              <a:buSzTx/>
              <a:buFontTx/>
              <a:buNone/>
              <a:defRPr kumimoji="0" lang="zh-CN" altLang="en-US" sz="1050" b="0" i="0" u="none" strike="noStrike" kern="1200" cap="none" spc="150" normalizeH="0" baseline="0" noProof="1" dirty="0">
                <a:solidFill>
                  <a:srgbClr val="FFFFFF"/>
                </a:solidFill>
                <a:effectLst>
                  <a:outerShdw blurRad="50800" dist="50800" dir="5400000" algn="ctr" rotWithShape="0">
                    <a:schemeClr val="accent2">
                      <a:alpha val="40000"/>
                    </a:schemeClr>
                  </a:outerShdw>
                </a:effectLst>
                <a:latin typeface="+mj-ea"/>
                <a:ea typeface="+mj-ea"/>
                <a:cs typeface="+mn-cs"/>
              </a:defRPr>
            </a:lvl1pPr>
          </a:lstStyle>
          <a:p>
            <a:pPr lvl="0" algn="ctr"/>
            <a:r>
              <a:rPr dirty="0">
                <a:sym typeface="+mn-ea"/>
              </a:rPr>
              <a:t>署名</a:t>
            </a:r>
            <a:endParaRPr dirty="0">
              <a:sym typeface="+mn-ea"/>
            </a:endParaRPr>
          </a:p>
        </p:txBody>
      </p:sp>
      <p:sp>
        <p:nvSpPr>
          <p:cNvPr id="8" name="副标题"/>
          <p:cNvSpPr txBox="1">
            <a:spLocks noGrp="1"/>
          </p:cNvSpPr>
          <p:nvPr>
            <p:ph type="body" idx="2" hasCustomPrompt="1"/>
            <p:custDataLst>
              <p:tags r:id="rId7"/>
            </p:custDataLst>
          </p:nvPr>
        </p:nvSpPr>
        <p:spPr>
          <a:xfrm>
            <a:off x="680561" y="2180741"/>
            <a:ext cx="5005839" cy="762251"/>
          </a:xfrm>
          <a:prstGeom prst="rect">
            <a:avLst/>
          </a:prstGeom>
          <a:noFill/>
        </p:spPr>
        <p:txBody>
          <a:bodyPr wrap="square" lIns="0" tIns="0" rIns="0" bIns="0" rtlCol="0" anchor="b">
            <a:normAutofit/>
          </a:bodyPr>
          <a:lstStyle>
            <a:lvl1pPr marL="0" marR="0" algn="l" defTabSz="914400" rtl="0" eaLnBrk="1" fontAlgn="auto" latinLnBrk="0" hangingPunct="1">
              <a:lnSpc>
                <a:spcPct val="100000"/>
              </a:lnSpc>
              <a:buClrTx/>
              <a:buSzTx/>
              <a:buFontTx/>
              <a:buNone/>
              <a:defRPr kumimoji="0" lang="zh-CN" altLang="en-US" sz="3000" b="0" i="0" u="none" strike="noStrike" kern="1200" cap="none" spc="300" normalizeH="0" baseline="0" noProof="1" dirty="0">
                <a:solidFill>
                  <a:schemeClr val="bg2">
                    <a:lumMod val="10000"/>
                  </a:schemeClr>
                </a:solidFill>
                <a:latin typeface="+mj-ea"/>
                <a:ea typeface="+mj-ea"/>
                <a:cs typeface="+mn-cs"/>
              </a:defRPr>
            </a:lvl1pPr>
          </a:lstStyle>
          <a:p>
            <a:pPr lvl="0" algn="l"/>
            <a:r>
              <a:rPr>
                <a:sym typeface="+mn-ea"/>
              </a:rPr>
              <a:t>单击此处编辑副标题</a:t>
            </a:r>
            <a:endParaRPr>
              <a:sym typeface="+mn-ea"/>
            </a:endParaRPr>
          </a:p>
        </p:txBody>
      </p:sp>
      <p:sp>
        <p:nvSpPr>
          <p:cNvPr id="7" name="标题"/>
          <p:cNvSpPr txBox="1">
            <a:spLocks noGrp="1"/>
          </p:cNvSpPr>
          <p:nvPr>
            <p:ph type="title" idx="1" hasCustomPrompt="1"/>
            <p:custDataLst>
              <p:tags r:id="rId8"/>
            </p:custDataLst>
          </p:nvPr>
        </p:nvSpPr>
        <p:spPr>
          <a:xfrm>
            <a:off x="680561" y="2943225"/>
            <a:ext cx="5005864" cy="1107758"/>
          </a:xfrm>
          <a:prstGeom prst="rect">
            <a:avLst/>
          </a:prstGeom>
          <a:noFill/>
        </p:spPr>
        <p:txBody>
          <a:bodyPr wrap="square" lIns="0" tIns="0" rIns="0" bIns="0" rtlCol="0" anchor="t" anchorCtr="0">
            <a:normAutofit/>
          </a:bodyPr>
          <a:lstStyle>
            <a:lvl1pPr marL="0" marR="0" algn="l" defTabSz="914400" rtl="0" eaLnBrk="1" fontAlgn="auto" latinLnBrk="0" hangingPunct="1">
              <a:lnSpc>
                <a:spcPct val="100000"/>
              </a:lnSpc>
              <a:buClrTx/>
              <a:buSzTx/>
              <a:buFontTx/>
              <a:buNone/>
              <a:defRPr kumimoji="0" lang="zh-CN" altLang="en-US" sz="4500" b="0" i="0" u="none" strike="noStrike" kern="1200" cap="none" spc="300" normalizeH="0" baseline="0" noProof="1" dirty="0">
                <a:solidFill>
                  <a:schemeClr val="bg2">
                    <a:lumMod val="10000"/>
                  </a:schemeClr>
                </a:solidFill>
                <a:latin typeface="+mj-ea"/>
                <a:ea typeface="+mj-ea"/>
                <a:cs typeface="+mn-cs"/>
              </a:defRPr>
            </a:lvl1pPr>
          </a:lstStyle>
          <a:p>
            <a:pPr lvl="0"/>
            <a:r>
              <a:rPr dirty="0">
                <a:sym typeface="+mn-ea"/>
              </a:rPr>
              <a:t>单击此处编辑标题</a:t>
            </a:r>
            <a:endParaRPr dirty="0">
              <a:sym typeface="+mn-ea"/>
            </a:endParaRPr>
          </a:p>
        </p:txBody>
      </p:sp>
      <p:sp>
        <p:nvSpPr>
          <p:cNvPr id="4" name="日期占位符 3"/>
          <p:cNvSpPr>
            <a:spLocks noGrp="1"/>
          </p:cNvSpPr>
          <p:nvPr>
            <p:ph type="dt" sz="half" idx="10"/>
            <p:custDataLst>
              <p:tags r:id="rId9"/>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 name="平行四边形 9"/>
          <p:cNvSpPr/>
          <p:nvPr>
            <p:custDataLst>
              <p:tags r:id="rId2"/>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8" name="正文"/>
          <p:cNvSpPr txBox="1">
            <a:spLocks noGrp="1"/>
          </p:cNvSpPr>
          <p:nvPr>
            <p:ph idx="2"/>
            <p:custDataLst>
              <p:tags r:id="rId3"/>
            </p:custDataLst>
          </p:nvPr>
        </p:nvSpPr>
        <p:spPr>
          <a:xfrm>
            <a:off x="521970" y="1796850"/>
            <a:ext cx="8100000" cy="37476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900"/>
              </a:spcBef>
              <a:spcAft>
                <a:spcPts val="0"/>
              </a:spcAft>
              <a:buClr>
                <a:schemeClr val="accent1">
                  <a:lumMod val="40000"/>
                  <a:lumOff val="60000"/>
                </a:schemeClr>
              </a:buClr>
              <a:buSzTx/>
              <a:buFont typeface="Arial" panose="020B0604020202020204" pitchFamily="34" charset="0"/>
              <a:buChar char="●"/>
              <a:defRPr kumimoji="0" lang="zh-CN" altLang="en-US" sz="1350" b="0" i="0" u="none" strike="noStrike" kern="1200" cap="none" spc="150" normalizeH="0" baseline="0" noProof="1" dirty="0">
                <a:ln>
                  <a:noFill/>
                  <a:prstDash val="sysDot"/>
                </a:ln>
                <a:solidFill>
                  <a:srgbClr val="344554"/>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rgbClr val="344554"/>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rgbClr val="344554"/>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rgbClr val="344554"/>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rgbClr val="344554"/>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spcBef>
                <a:spcPts val="1200"/>
              </a:spcBef>
              <a:spcAft>
                <a:spcPts val="0"/>
              </a:spcAft>
              <a:buClr>
                <a:schemeClr val="accent1">
                  <a:lumMod val="40000"/>
                  <a:lumOff val="60000"/>
                </a:schemeClr>
              </a:buClr>
            </a:pPr>
            <a:r>
              <a:rPr dirty="0">
                <a:sym typeface="+mn-ea"/>
              </a:rPr>
              <a:t>单击此处编辑母版文本样式</a:t>
            </a:r>
            <a:endParaRPr dirty="0">
              <a:sym typeface="+mn-ea"/>
            </a:endParaRPr>
          </a:p>
          <a:p>
            <a:pPr lvl="1">
              <a:spcBef>
                <a:spcPts val="1200"/>
              </a:spcBef>
              <a:spcAft>
                <a:spcPts val="0"/>
              </a:spcAft>
              <a:buClr>
                <a:schemeClr val="accent1">
                  <a:lumMod val="40000"/>
                  <a:lumOff val="60000"/>
                </a:schemeClr>
              </a:buClr>
            </a:pPr>
            <a:r>
              <a:rPr dirty="0" err="1">
                <a:sym typeface="+mn-ea"/>
              </a:rPr>
              <a:t>第二级</a:t>
            </a:r>
            <a:endParaRPr dirty="0">
              <a:sym typeface="+mn-ea"/>
            </a:endParaRPr>
          </a:p>
          <a:p>
            <a:pPr lvl="2">
              <a:spcBef>
                <a:spcPts val="1200"/>
              </a:spcBef>
              <a:spcAft>
                <a:spcPts val="0"/>
              </a:spcAft>
              <a:buClr>
                <a:schemeClr val="accent1">
                  <a:lumMod val="40000"/>
                  <a:lumOff val="60000"/>
                </a:schemeClr>
              </a:buClr>
            </a:pPr>
            <a:r>
              <a:rPr dirty="0" err="1">
                <a:sym typeface="+mn-ea"/>
              </a:rPr>
              <a:t>第三级</a:t>
            </a:r>
            <a:endParaRPr dirty="0">
              <a:sym typeface="+mn-ea"/>
            </a:endParaRPr>
          </a:p>
          <a:p>
            <a:pPr lvl="3">
              <a:spcBef>
                <a:spcPts val="1200"/>
              </a:spcBef>
              <a:spcAft>
                <a:spcPts val="0"/>
              </a:spcAft>
              <a:buClr>
                <a:schemeClr val="accent1">
                  <a:lumMod val="40000"/>
                  <a:lumOff val="60000"/>
                </a:schemeClr>
              </a:buClr>
            </a:pPr>
            <a:r>
              <a:rPr dirty="0" err="1">
                <a:sym typeface="+mn-ea"/>
              </a:rPr>
              <a:t>第四级</a:t>
            </a:r>
            <a:endParaRPr dirty="0">
              <a:sym typeface="+mn-ea"/>
            </a:endParaRPr>
          </a:p>
          <a:p>
            <a:pPr lvl="4">
              <a:spcBef>
                <a:spcPts val="1200"/>
              </a:spcBef>
              <a:spcAft>
                <a:spcPts val="0"/>
              </a:spcAft>
              <a:buClr>
                <a:schemeClr val="accent1">
                  <a:lumMod val="40000"/>
                  <a:lumOff val="60000"/>
                </a:schemeClr>
              </a:buClr>
            </a:pPr>
            <a:r>
              <a:rPr dirty="0" err="1">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10" name="图片 9" descr="章节页01"/>
          <p:cNvPicPr>
            <a:picLocks noChangeAspect="1"/>
          </p:cNvPicPr>
          <p:nvPr>
            <p:custDataLst>
              <p:tags r:id="rId2"/>
            </p:custDataLst>
          </p:nvPr>
        </p:nvPicPr>
        <p:blipFill>
          <a:blip r:embed="rId3"/>
          <a:stretch>
            <a:fillRect/>
          </a:stretch>
        </p:blipFill>
        <p:spPr>
          <a:xfrm>
            <a:off x="0" y="864394"/>
            <a:ext cx="9144476" cy="5142548"/>
          </a:xfrm>
          <a:prstGeom prst="rect">
            <a:avLst/>
          </a:prstGeom>
        </p:spPr>
      </p:pic>
      <p:sp>
        <p:nvSpPr>
          <p:cNvPr id="9" name="矩形 8"/>
          <p:cNvSpPr/>
          <p:nvPr>
            <p:custDataLst>
              <p:tags r:id="rId4"/>
            </p:custDataLst>
          </p:nvPr>
        </p:nvSpPr>
        <p:spPr>
          <a:xfrm rot="10800000" flipV="1">
            <a:off x="0" y="864870"/>
            <a:ext cx="9144476" cy="5135880"/>
          </a:xfrm>
          <a:prstGeom prst="rect">
            <a:avLst/>
          </a:prstGeom>
          <a:gradFill>
            <a:gsLst>
              <a:gs pos="0">
                <a:schemeClr val="bg1">
                  <a:alpha val="0"/>
                </a:schemeClr>
              </a:gs>
              <a:gs pos="64000">
                <a:schemeClr val="accent1">
                  <a:alpha val="10000"/>
                </a:scheme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iSans Heavy" panose="00000A00000000000000" charset="-122"/>
            </a:endParaRPr>
          </a:p>
        </p:txBody>
      </p:sp>
      <p:sp>
        <p:nvSpPr>
          <p:cNvPr id="8" name="平行四边形 7"/>
          <p:cNvSpPr/>
          <p:nvPr>
            <p:custDataLst>
              <p:tags r:id="rId5"/>
            </p:custDataLst>
          </p:nvPr>
        </p:nvSpPr>
        <p:spPr>
          <a:xfrm>
            <a:off x="439494" y="5163641"/>
            <a:ext cx="3259160" cy="186960"/>
          </a:xfrm>
          <a:prstGeom prst="parallelogram">
            <a:avLst>
              <a:gd name="adj" fmla="val 38188"/>
            </a:avLst>
          </a:prstGeom>
          <a:gradFill>
            <a:gsLst>
              <a:gs pos="100000">
                <a:schemeClr val="accent1">
                  <a:alpha val="25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900">
              <a:solidFill>
                <a:schemeClr val="tx1"/>
              </a:solidFill>
            </a:endParaRPr>
          </a:p>
        </p:txBody>
      </p:sp>
      <p:sp>
        <p:nvSpPr>
          <p:cNvPr id="3" name="日期占位符 2"/>
          <p:cNvSpPr>
            <a:spLocks noGrp="1"/>
          </p:cNvSpPr>
          <p:nvPr>
            <p:ph type="dt" sz="half" idx="10"/>
            <p:custDataLst>
              <p:tags r:id="rId6"/>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658200" y="5593050"/>
            <a:ext cx="2025000" cy="237600"/>
          </a:xfrm>
        </p:spPr>
        <p:txBody>
          <a:bodyPr/>
          <a:lstStyle/>
          <a:p>
            <a:fld id="{49AE70B2-8BF9-45C0-BB95-33D1B9D3A854}" type="slidenum">
              <a:rPr lang="zh-CN" altLang="en-US" smtClean="0"/>
            </a:fld>
            <a:endParaRPr lang="zh-CN" altLang="en-US" dirty="0"/>
          </a:p>
        </p:txBody>
      </p:sp>
      <p:pic>
        <p:nvPicPr>
          <p:cNvPr id="13" name="图片 12"/>
          <p:cNvPicPr>
            <a:picLocks noChangeAspect="1"/>
          </p:cNvPicPr>
          <p:nvPr userDrawn="1">
            <p:custDataLst>
              <p:tags r:id="rId9"/>
            </p:custDataLst>
          </p:nvPr>
        </p:nvPicPr>
        <p:blipFill>
          <a:blip r:embed="rId10">
            <a:duotone>
              <a:prstClr val="black"/>
              <a:schemeClr val="accent1">
                <a:lumMod val="75000"/>
                <a:tint val="45000"/>
                <a:satMod val="400000"/>
              </a:schemeClr>
            </a:duotone>
            <a:extLst>
              <a:ext uri="{28A0092B-C50C-407E-A947-70E740481C1C}">
                <a14:useLocalDpi xmlns:a14="http://schemas.microsoft.com/office/drawing/2010/main" val="0"/>
              </a:ext>
            </a:extLst>
          </a:blip>
          <a:stretch>
            <a:fillRect/>
          </a:stretch>
        </p:blipFill>
        <p:spPr>
          <a:xfrm>
            <a:off x="0" y="865346"/>
            <a:ext cx="9144000" cy="5134928"/>
          </a:xfrm>
          <a:prstGeom prst="rect">
            <a:avLst/>
          </a:prstGeom>
        </p:spPr>
      </p:pic>
      <p:sp>
        <p:nvSpPr>
          <p:cNvPr id="6" name="标题"/>
          <p:cNvSpPr txBox="1">
            <a:spLocks noGrp="1"/>
          </p:cNvSpPr>
          <p:nvPr>
            <p:ph type="title" idx="1" hasCustomPrompt="1"/>
            <p:custDataLst>
              <p:tags r:id="rId11"/>
            </p:custDataLst>
          </p:nvPr>
        </p:nvSpPr>
        <p:spPr>
          <a:xfrm>
            <a:off x="547322" y="4583906"/>
            <a:ext cx="1293934" cy="988219"/>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4500" b="0" i="0" u="none" strike="noStrike" kern="1200" cap="none" spc="300" normalizeH="0" baseline="0" noProof="1" dirty="0">
                <a:solidFill>
                  <a:schemeClr val="bg2">
                    <a:lumMod val="10000"/>
                  </a:schemeClr>
                </a:solidFill>
                <a:latin typeface="+mj-ea"/>
                <a:ea typeface="+mj-ea"/>
                <a:cs typeface="MiSans Normal" panose="00000500000000000000" charset="-122"/>
              </a:defRPr>
            </a:lvl1pPr>
          </a:lstStyle>
          <a:p>
            <a:pPr lvl="0"/>
            <a:r>
              <a:rPr dirty="0">
                <a:sym typeface="+mn-ea"/>
              </a:rPr>
              <a:t>标题</a:t>
            </a:r>
            <a:endParaRPr dirty="0">
              <a:sym typeface="+mn-ea"/>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10" name="图片 9" descr="A2"/>
          <p:cNvPicPr>
            <a:picLocks noChangeAspect="1"/>
          </p:cNvPicPr>
          <p:nvPr>
            <p:custDataLst>
              <p:tags r:id="rId2"/>
            </p:custDataLst>
          </p:nvPr>
        </p:nvPicPr>
        <p:blipFill>
          <a:blip r:embed="rId3"/>
          <a:stretch>
            <a:fillRect/>
          </a:stretch>
        </p:blipFill>
        <p:spPr>
          <a:xfrm>
            <a:off x="0" y="857250"/>
            <a:ext cx="9148286" cy="5153501"/>
          </a:xfrm>
          <a:prstGeom prst="rect">
            <a:avLst/>
          </a:prstGeom>
        </p:spPr>
      </p:pic>
      <p:pic>
        <p:nvPicPr>
          <p:cNvPr id="11" name="图片 10"/>
          <p:cNvPicPr>
            <a:picLocks noChangeAspect="1"/>
          </p:cNvPicPr>
          <p:nvPr userDrawn="1">
            <p:custDataLst>
              <p:tags r:id="rId4"/>
            </p:custDataLst>
          </p:nvPr>
        </p:nvPicPr>
        <p:blipFill>
          <a:blip r:embed="rId5">
            <a:duotone>
              <a:prstClr val="black"/>
              <a:schemeClr val="accent1">
                <a:lumMod val="75000"/>
                <a:tint val="45000"/>
                <a:satMod val="400000"/>
              </a:schemeClr>
            </a:duotone>
            <a:extLst>
              <a:ext uri="{28A0092B-C50C-407E-A947-70E740481C1C}">
                <a14:useLocalDpi xmlns:a14="http://schemas.microsoft.com/office/drawing/2010/main" val="0"/>
              </a:ext>
            </a:extLst>
          </a:blip>
          <a:stretch>
            <a:fillRect/>
          </a:stretch>
        </p:blipFill>
        <p:spPr>
          <a:xfrm>
            <a:off x="476" y="858203"/>
            <a:ext cx="9143524" cy="5142071"/>
          </a:xfrm>
          <a:prstGeom prst="rect">
            <a:avLst/>
          </a:prstGeom>
        </p:spPr>
      </p:pic>
      <p:sp>
        <p:nvSpPr>
          <p:cNvPr id="13" name="平行四边形 12"/>
          <p:cNvSpPr/>
          <p:nvPr>
            <p:custDataLst>
              <p:tags r:id="rId6"/>
            </p:custDataLst>
          </p:nvPr>
        </p:nvSpPr>
        <p:spPr>
          <a:xfrm>
            <a:off x="4875834" y="3632369"/>
            <a:ext cx="3505200" cy="174784"/>
          </a:xfrm>
          <a:prstGeom prst="parallelogram">
            <a:avLst>
              <a:gd name="adj" fmla="val 38188"/>
            </a:avLst>
          </a:prstGeom>
          <a:gradFill>
            <a:gsLst>
              <a:gs pos="100000">
                <a:schemeClr val="accent1">
                  <a:alpha val="25000"/>
                </a:schemeClr>
              </a:gs>
              <a:gs pos="23000">
                <a:schemeClr val="accent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8" name="节编号"/>
          <p:cNvSpPr txBox="1">
            <a:spLocks noGrp="1"/>
          </p:cNvSpPr>
          <p:nvPr>
            <p:ph type="body" idx="2" hasCustomPrompt="1"/>
            <p:custDataLst>
              <p:tags r:id="rId7"/>
            </p:custDataLst>
          </p:nvPr>
        </p:nvSpPr>
        <p:spPr>
          <a:xfrm>
            <a:off x="7204016" y="4196488"/>
            <a:ext cx="1155600" cy="318600"/>
          </a:xfrm>
          <a:prstGeom prst="roundRect">
            <a:avLst>
              <a:gd name="adj" fmla="val 18909"/>
            </a:avLst>
          </a:prstGeom>
          <a:gradFill>
            <a:gsLst>
              <a:gs pos="0">
                <a:schemeClr val="accent1"/>
              </a:gs>
              <a:gs pos="100000">
                <a:schemeClr val="accent2"/>
              </a:gs>
            </a:gsLst>
            <a:lin ang="2700000" scaled="0"/>
          </a:gradFill>
        </p:spPr>
        <p:txBody>
          <a:bodyPr wrap="square" lIns="0" tIns="0" rIns="0" bIns="0" rtlCol="0" anchor="ctr">
            <a:normAutofit/>
          </a:bodyPr>
          <a:lstStyle>
            <a:defPPr>
              <a:defRPr lang="zh-CN"/>
            </a:defPPr>
            <a:lvl1pPr marL="0" marR="0" algn="ctr" defTabSz="914400" rtl="0" eaLnBrk="1" fontAlgn="auto" latinLnBrk="0" hangingPunct="1">
              <a:lnSpc>
                <a:spcPct val="100000"/>
              </a:lnSpc>
              <a:buClrTx/>
              <a:buSzTx/>
              <a:buFontTx/>
              <a:buNone/>
              <a:defRPr kumimoji="0" lang="en-US" altLang="zh-CN" sz="1050" b="0" i="0" u="none" strike="noStrike" kern="1200" cap="none" spc="150" normalizeH="0" baseline="0" noProof="1">
                <a:solidFill>
                  <a:srgbClr val="FFFFFF"/>
                </a:solidFill>
                <a:effectLst>
                  <a:outerShdw blurRad="50800" dist="50800" dir="5400000" algn="ctr" rotWithShape="0">
                    <a:schemeClr val="accent2">
                      <a:alpha val="40000"/>
                    </a:schemeClr>
                  </a:outerShdw>
                </a:effectLst>
                <a:latin typeface="+mj-ea"/>
                <a:ea typeface="+mj-ea"/>
                <a:cs typeface="+mn-cs"/>
              </a:defRPr>
            </a:lvl1pPr>
          </a:lstStyle>
          <a:p>
            <a:pPr lvl="0"/>
            <a:r>
              <a:rPr>
                <a:sym typeface="+mn-ea"/>
              </a:rPr>
              <a:t>编辑节编号</a:t>
            </a:r>
            <a:endParaRPr>
              <a:sym typeface="+mn-ea"/>
            </a:endParaRPr>
          </a:p>
        </p:txBody>
      </p:sp>
      <p:sp>
        <p:nvSpPr>
          <p:cNvPr id="7" name="标题"/>
          <p:cNvSpPr txBox="1">
            <a:spLocks noGrp="1"/>
          </p:cNvSpPr>
          <p:nvPr>
            <p:ph type="title" idx="1" hasCustomPrompt="1"/>
            <p:custDataLst>
              <p:tags r:id="rId8"/>
            </p:custDataLst>
          </p:nvPr>
        </p:nvSpPr>
        <p:spPr>
          <a:xfrm>
            <a:off x="4572000" y="2346029"/>
            <a:ext cx="3809976" cy="1402028"/>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zh-CN" altLang="en-US" sz="3300" b="0" i="0" u="none" strike="noStrike" kern="1200" cap="none" spc="300" normalizeH="0" baseline="0" noProof="1" dirty="0">
                <a:solidFill>
                  <a:schemeClr val="bg2">
                    <a:lumMod val="10000"/>
                  </a:schemeClr>
                </a:solidFill>
                <a:latin typeface="+mj-ea"/>
                <a:ea typeface="+mj-ea"/>
                <a:cs typeface="+mn-cs"/>
              </a:defRPr>
            </a:lvl1pPr>
          </a:lstStyle>
          <a:p>
            <a:pPr lvl="0" algn="r"/>
            <a:r>
              <a:rPr dirty="0">
                <a:sym typeface="+mn-ea"/>
              </a:rPr>
              <a:t>单击此处编辑标题</a:t>
            </a:r>
            <a:endParaRPr dirty="0">
              <a:sym typeface="+mn-ea"/>
            </a:endParaRPr>
          </a:p>
        </p:txBody>
      </p:sp>
      <p:sp>
        <p:nvSpPr>
          <p:cNvPr id="4" name="日期占位符 3"/>
          <p:cNvSpPr>
            <a:spLocks noGrp="1"/>
          </p:cNvSpPr>
          <p:nvPr>
            <p:ph type="dt" sz="half" idx="10"/>
            <p:custDataLst>
              <p:tags r:id="rId9"/>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和两栏">
    <p:spTree>
      <p:nvGrpSpPr>
        <p:cNvPr id="1" name=""/>
        <p:cNvGrpSpPr/>
        <p:nvPr/>
      </p:nvGrpSpPr>
      <p:grpSpPr>
        <a:xfrm>
          <a:off x="0" y="0"/>
          <a:ext cx="0" cy="0"/>
          <a:chOff x="0" y="0"/>
          <a:chExt cx="0" cy="0"/>
        </a:xfrm>
      </p:grpSpPr>
      <p:sp>
        <p:nvSpPr>
          <p:cNvPr id="11" name="平行四边形 10"/>
          <p:cNvSpPr/>
          <p:nvPr>
            <p:custDataLst>
              <p:tags r:id="rId2"/>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正文"/>
          <p:cNvSpPr txBox="1">
            <a:spLocks noGrp="1"/>
          </p:cNvSpPr>
          <p:nvPr>
            <p:ph idx="3"/>
            <p:custDataLst>
              <p:tags r:id="rId3"/>
            </p:custDataLst>
          </p:nvPr>
        </p:nvSpPr>
        <p:spPr>
          <a:xfrm>
            <a:off x="4800604" y="1975018"/>
            <a:ext cx="3882600" cy="3569427"/>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2"/>
            <p:custDataLst>
              <p:tags r:id="rId4"/>
            </p:custDataLst>
          </p:nvPr>
        </p:nvSpPr>
        <p:spPr>
          <a:xfrm>
            <a:off x="456300" y="1975018"/>
            <a:ext cx="3882600" cy="3569427"/>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5" name="日期占位符 4"/>
          <p:cNvSpPr>
            <a:spLocks noGrp="1"/>
          </p:cNvSpPr>
          <p:nvPr>
            <p:ph type="dt" sz="half" idx="10"/>
            <p:custDataLst>
              <p:tags r:id="rId5"/>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5593050"/>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title"/>
            <p:custDataLst>
              <p:tags r:id="rId8"/>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平行四边形 14"/>
          <p:cNvSpPr/>
          <p:nvPr>
            <p:custDataLst>
              <p:tags r:id="rId2"/>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4" name="标题"/>
          <p:cNvSpPr txBox="1">
            <a:spLocks noGrp="1"/>
          </p:cNvSpPr>
          <p:nvPr>
            <p:ph type="title" idx="5"/>
            <p:custDataLst>
              <p:tags r:id="rId3"/>
            </p:custDataLst>
          </p:nvPr>
        </p:nvSpPr>
        <p:spPr>
          <a:xfrm>
            <a:off x="456300" y="1127250"/>
            <a:ext cx="8100000" cy="5400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solidFill>
                  <a:schemeClr val="tx2">
                    <a:lumMod val="25000"/>
                  </a:schemeClr>
                </a:solidFill>
                <a:latin typeface="+mj-ea"/>
                <a:ea typeface="+mj-ea"/>
                <a:cs typeface="+mn-cs"/>
              </a:defRPr>
            </a:lvl1pPr>
          </a:lstStyle>
          <a:p>
            <a:pPr lvl="0"/>
            <a:r>
              <a:rPr dirty="0">
                <a:sym typeface="+mn-ea"/>
              </a:rPr>
              <a:t>单击此处编辑母版标题样式</a:t>
            </a:r>
            <a:endParaRPr dirty="0">
              <a:sym typeface="+mn-ea"/>
            </a:endParaRPr>
          </a:p>
        </p:txBody>
      </p:sp>
      <p:sp>
        <p:nvSpPr>
          <p:cNvPr id="13" name="正文"/>
          <p:cNvSpPr txBox="1">
            <a:spLocks noGrp="1"/>
          </p:cNvSpPr>
          <p:nvPr>
            <p:ph idx="4"/>
            <p:custDataLst>
              <p:tags r:id="rId4"/>
            </p:custDataLst>
          </p:nvPr>
        </p:nvSpPr>
        <p:spPr>
          <a:xfrm>
            <a:off x="4676400" y="2247750"/>
            <a:ext cx="4006800" cy="32967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4676400" y="1929150"/>
            <a:ext cx="4006800" cy="30008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1" i="0" u="none" strike="noStrike" kern="1200" cap="none" spc="0" normalizeH="0" baseline="0" noProof="1" dirty="0">
                <a:solidFill>
                  <a:schemeClr val="tx1">
                    <a:lumMod val="85000"/>
                    <a:lumOff val="15000"/>
                  </a:schemeClr>
                </a:solidFill>
                <a:latin typeface="+mn-ea"/>
                <a:ea typeface="+mn-ea"/>
                <a:cs typeface="+mn-cs"/>
              </a:defRPr>
            </a:lvl1pPr>
          </a:lstStyle>
          <a:p>
            <a:pPr lvl="0"/>
            <a:r>
              <a:rPr>
                <a:sym typeface="+mn-ea"/>
              </a:rPr>
              <a:t>单击此处编辑母版标题样式</a:t>
            </a:r>
            <a:endParaRPr>
              <a:sym typeface="+mn-ea"/>
            </a:endParaRPr>
          </a:p>
        </p:txBody>
      </p:sp>
      <p:sp>
        <p:nvSpPr>
          <p:cNvPr id="11" name="正文"/>
          <p:cNvSpPr txBox="1">
            <a:spLocks noGrp="1"/>
          </p:cNvSpPr>
          <p:nvPr>
            <p:ph idx="2"/>
            <p:custDataLst>
              <p:tags r:id="rId6"/>
            </p:custDataLst>
          </p:nvPr>
        </p:nvSpPr>
        <p:spPr>
          <a:xfrm>
            <a:off x="456300" y="2247750"/>
            <a:ext cx="4006800" cy="32967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 name="标题"/>
          <p:cNvSpPr txBox="1">
            <a:spLocks noGrp="1"/>
          </p:cNvSpPr>
          <p:nvPr>
            <p:ph type="title" idx="1"/>
            <p:custDataLst>
              <p:tags r:id="rId7"/>
            </p:custDataLst>
          </p:nvPr>
        </p:nvSpPr>
        <p:spPr>
          <a:xfrm>
            <a:off x="456300" y="1929150"/>
            <a:ext cx="4006800" cy="30008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1" i="0" u="none" strike="noStrike" kern="1200" cap="none" spc="0" normalizeH="0" baseline="0" noProof="1" dirty="0">
                <a:solidFill>
                  <a:schemeClr val="tx1">
                    <a:lumMod val="85000"/>
                    <a:lumOff val="15000"/>
                  </a:schemeClr>
                </a:solidFill>
                <a:latin typeface="+mn-ea"/>
                <a:ea typeface="+mn-ea"/>
                <a:cs typeface="+mn-cs"/>
              </a:defRPr>
            </a:lvl1pPr>
          </a:lstStyle>
          <a:p>
            <a:pPr lvl="0"/>
            <a:r>
              <a:rPr>
                <a:sym typeface="+mn-ea"/>
              </a:rPr>
              <a:t>单击此处编辑母版标题样式</a:t>
            </a:r>
            <a:endParaRPr>
              <a:sym typeface="+mn-ea"/>
            </a:endParaRPr>
          </a:p>
        </p:txBody>
      </p:sp>
      <p:sp>
        <p:nvSpPr>
          <p:cNvPr id="7" name="日期占位符 6"/>
          <p:cNvSpPr>
            <a:spLocks noGrp="1"/>
          </p:cNvSpPr>
          <p:nvPr>
            <p:ph type="dt" sz="half" idx="10"/>
            <p:custDataLst>
              <p:tags r:id="rId8"/>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a:xfrm>
            <a:off x="3087000" y="5593050"/>
            <a:ext cx="2970000" cy="2376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7" name="平行四边形 6"/>
          <p:cNvSpPr/>
          <p:nvPr>
            <p:custDataLst>
              <p:tags r:id="rId2"/>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 name="日期占位符 2"/>
          <p:cNvSpPr>
            <a:spLocks noGrp="1"/>
          </p:cNvSpPr>
          <p:nvPr>
            <p:ph type="dt" sz="half" idx="10"/>
            <p:custDataLst>
              <p:tags r:id="rId3"/>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521970" y="1192049"/>
            <a:ext cx="8101489" cy="4298636"/>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8" name="平行四边形 7"/>
          <p:cNvSpPr/>
          <p:nvPr>
            <p:custDataLst>
              <p:tags r:id="rId2"/>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副标题"/>
          <p:cNvSpPr txBox="1">
            <a:spLocks noGrp="1"/>
          </p:cNvSpPr>
          <p:nvPr>
            <p:ph type="body" idx="1" hasCustomPrompt="1"/>
            <p:custDataLst>
              <p:tags r:id="rId3"/>
            </p:custDataLst>
          </p:nvPr>
        </p:nvSpPr>
        <p:spPr>
          <a:xfrm>
            <a:off x="521970" y="1833563"/>
            <a:ext cx="8099316" cy="30416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0" i="0" u="none" strike="noStrike" kern="1200" cap="none" spc="300" normalizeH="0" baseline="0" noProof="1" dirty="0">
                <a:solidFill>
                  <a:schemeClr val="tx1">
                    <a:lumMod val="75000"/>
                    <a:lumOff val="25000"/>
                  </a:schemeClr>
                </a:solidFill>
                <a:latin typeface="+mn-ea"/>
                <a:ea typeface="+mn-ea"/>
                <a:cs typeface="+mn-cs"/>
              </a:defRPr>
            </a:lvl1pPr>
          </a:lstStyle>
          <a:p>
            <a:pPr lvl="0" algn="l"/>
            <a:r>
              <a:rPr lang="en-US" altLang="zh-CN">
                <a:sym typeface="+mn-ea"/>
              </a:rPr>
              <a:t>    </a:t>
            </a:r>
            <a:r>
              <a:rPr>
                <a:sym typeface="+mn-ea"/>
              </a:rPr>
              <a:t>单击此处编辑母版副标题样式</a:t>
            </a:r>
            <a:endParaRPr>
              <a:sym typeface="+mn-ea"/>
            </a:endParaRPr>
          </a:p>
        </p:txBody>
      </p:sp>
      <p:sp>
        <p:nvSpPr>
          <p:cNvPr id="3" name="日期占位符 2"/>
          <p:cNvSpPr>
            <a:spLocks noGrp="1"/>
          </p:cNvSpPr>
          <p:nvPr>
            <p:ph type="dt" sz="half" idx="10"/>
            <p:custDataLst>
              <p:tags r:id="rId4"/>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3" name="图片 12" descr="ͼƬ1-4"/>
          <p:cNvPicPr>
            <a:picLocks noChangeAspect="1"/>
          </p:cNvPicPr>
          <p:nvPr>
            <p:custDataLst>
              <p:tags r:id="rId2"/>
            </p:custDataLst>
          </p:nvPr>
        </p:nvPicPr>
        <p:blipFill>
          <a:blip r:embed="rId3">
            <a:lum contrast="6000"/>
          </a:blip>
          <a:stretch>
            <a:fillRect/>
          </a:stretch>
        </p:blipFill>
        <p:spPr>
          <a:xfrm>
            <a:off x="0" y="857250"/>
            <a:ext cx="9144000" cy="5143024"/>
          </a:xfrm>
          <a:prstGeom prst="rect">
            <a:avLst/>
          </a:prstGeom>
        </p:spPr>
      </p:pic>
      <p:pic>
        <p:nvPicPr>
          <p:cNvPr id="9" name="图片 8"/>
          <p:cNvPicPr>
            <a:picLocks noChangeAspect="1"/>
          </p:cNvPicPr>
          <p:nvPr userDrawn="1">
            <p:custDataLst>
              <p:tags r:id="rId4"/>
            </p:custDataLst>
          </p:nvPr>
        </p:nvPicPr>
        <p:blipFill>
          <a:blip r:embed="rId5">
            <a:duotone>
              <a:prstClr val="black"/>
              <a:schemeClr val="accent1">
                <a:lumMod val="75000"/>
                <a:tint val="45000"/>
                <a:satMod val="400000"/>
              </a:schemeClr>
            </a:duotone>
            <a:extLst>
              <a:ext uri="{28A0092B-C50C-407E-A947-70E740481C1C}">
                <a14:useLocalDpi xmlns:a14="http://schemas.microsoft.com/office/drawing/2010/main" val="0"/>
              </a:ext>
            </a:extLst>
          </a:blip>
          <a:stretch>
            <a:fillRect/>
          </a:stretch>
        </p:blipFill>
        <p:spPr>
          <a:xfrm>
            <a:off x="0" y="858053"/>
            <a:ext cx="9144000" cy="5141894"/>
          </a:xfrm>
          <a:prstGeom prst="rect">
            <a:avLst/>
          </a:prstGeom>
        </p:spPr>
      </p:pic>
      <p:sp>
        <p:nvSpPr>
          <p:cNvPr id="8" name="署名"/>
          <p:cNvSpPr txBox="1">
            <a:spLocks noGrp="1"/>
          </p:cNvSpPr>
          <p:nvPr>
            <p:ph type="body" idx="2" hasCustomPrompt="1"/>
            <p:custDataLst>
              <p:tags r:id="rId6"/>
            </p:custDataLst>
          </p:nvPr>
        </p:nvSpPr>
        <p:spPr>
          <a:xfrm>
            <a:off x="680586" y="3942527"/>
            <a:ext cx="1525500" cy="351000"/>
          </a:xfrm>
          <a:prstGeom prst="roundRect">
            <a:avLst>
              <a:gd name="adj" fmla="val 25971"/>
            </a:avLst>
          </a:prstGeom>
          <a:gradFill>
            <a:gsLst>
              <a:gs pos="0">
                <a:schemeClr val="accent1"/>
              </a:gs>
              <a:gs pos="100000">
                <a:schemeClr val="accent2"/>
              </a:gs>
            </a:gsLst>
            <a:lin ang="2700000" scaled="0"/>
          </a:gradFill>
        </p:spPr>
        <p:txBody>
          <a:bodyPr wrap="square" lIns="0" tIns="0" rIns="0" bIns="0" rtlCol="0" anchor="ctr">
            <a:normAutofit/>
          </a:bodyPr>
          <a:lstStyle>
            <a:defPPr>
              <a:defRPr lang="zh-CN"/>
            </a:defPPr>
            <a:lvl1pPr marL="0" marR="0" algn="ctr" defTabSz="914400" rtl="0" eaLnBrk="1" fontAlgn="auto" latinLnBrk="0" hangingPunct="1">
              <a:lnSpc>
                <a:spcPct val="100000"/>
              </a:lnSpc>
              <a:buClrTx/>
              <a:buSzTx/>
              <a:buFontTx/>
              <a:buNone/>
              <a:defRPr kumimoji="0" lang="zh-CN" altLang="en-US" sz="1050" b="0" i="0" u="none" strike="noStrike" kern="1200" cap="none" spc="150" normalizeH="0" baseline="0" noProof="1" dirty="0">
                <a:solidFill>
                  <a:srgbClr val="FFFFFF"/>
                </a:solidFill>
                <a:effectLst>
                  <a:outerShdw blurRad="50800" dist="50800" dir="5400000" algn="ctr" rotWithShape="0">
                    <a:schemeClr val="accent2">
                      <a:alpha val="40000"/>
                    </a:schemeClr>
                  </a:outerShdw>
                </a:effectLst>
                <a:latin typeface="+mj-ea"/>
                <a:ea typeface="+mj-ea"/>
                <a:cs typeface="+mn-cs"/>
              </a:defRPr>
            </a:lvl1pPr>
          </a:lstStyle>
          <a:p>
            <a:pPr lvl="0"/>
            <a:r>
              <a:rPr>
                <a:sym typeface="+mn-ea"/>
              </a:rPr>
              <a:t>署名</a:t>
            </a:r>
            <a:endParaRPr>
              <a:sym typeface="+mn-ea"/>
            </a:endParaRPr>
          </a:p>
        </p:txBody>
      </p:sp>
      <p:sp>
        <p:nvSpPr>
          <p:cNvPr id="7" name="标题"/>
          <p:cNvSpPr txBox="1">
            <a:spLocks noGrp="1"/>
          </p:cNvSpPr>
          <p:nvPr>
            <p:ph type="title" idx="1" hasCustomPrompt="1"/>
            <p:custDataLst>
              <p:tags r:id="rId7"/>
            </p:custDataLst>
          </p:nvPr>
        </p:nvSpPr>
        <p:spPr>
          <a:xfrm>
            <a:off x="680586" y="2214563"/>
            <a:ext cx="4508931" cy="1544411"/>
          </a:xfrm>
          <a:prstGeom prst="rect">
            <a:avLst/>
          </a:prstGeom>
          <a:noFill/>
        </p:spPr>
        <p:txBody>
          <a:bodyPr wrap="square" lIns="0" tIns="0" rIns="0" bIns="0" rtlCol="0" anchor="ctr" anchorCtr="0">
            <a:normAutofit/>
          </a:bodyPr>
          <a:lstStyle>
            <a:lvl1pPr marL="0" marR="0" algn="l" defTabSz="914400" rtl="0" eaLnBrk="1" fontAlgn="auto" latinLnBrk="0" hangingPunct="1">
              <a:lnSpc>
                <a:spcPct val="100000"/>
              </a:lnSpc>
              <a:buClrTx/>
              <a:buSzTx/>
              <a:buFontTx/>
              <a:buNone/>
              <a:defRPr kumimoji="0" lang="zh-CN" altLang="en-US" sz="4500" b="0" i="0" u="none" strike="noStrike" kern="1200" cap="none" spc="300" normalizeH="0" baseline="0" noProof="1" dirty="0">
                <a:solidFill>
                  <a:schemeClr val="bg2">
                    <a:lumMod val="10000"/>
                  </a:schemeClr>
                </a:solidFill>
                <a:latin typeface="+mj-ea"/>
                <a:ea typeface="+mj-ea"/>
                <a:cs typeface="+mn-cs"/>
              </a:defRPr>
            </a:lvl1pPr>
          </a:lstStyle>
          <a:p>
            <a:pPr lvl="0"/>
            <a:r>
              <a:rPr>
                <a:sym typeface="+mn-ea"/>
              </a:rPr>
              <a:t>单击编辑标题</a:t>
            </a:r>
            <a:endParaRPr>
              <a:sym typeface="+mn-ea"/>
            </a:endParaRPr>
          </a:p>
        </p:txBody>
      </p:sp>
      <p:sp>
        <p:nvSpPr>
          <p:cNvPr id="4" name="日期占位符 3"/>
          <p:cNvSpPr>
            <a:spLocks noGrp="1"/>
          </p:cNvSpPr>
          <p:nvPr>
            <p:ph type="dt" sz="half" idx="10"/>
            <p:custDataLst>
              <p:tags r:id="rId8"/>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10"/>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3" Type="http://schemas.openxmlformats.org/officeDocument/2006/relationships/theme" Target="../theme/theme3.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slideLayout" Target="../slideLayouts/slideLayout24.xml"/><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image" Target="../media/image5.jpeg"/><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CC"/>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685800" y="1981200"/>
            <a:ext cx="7772400" cy="41148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400">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381750"/>
            <a:ext cx="2895600" cy="323850"/>
          </a:xfrm>
          <a:prstGeom prst="rect">
            <a:avLst/>
          </a:prstGeom>
          <a:noFill/>
          <a:ln w="9525">
            <a:noFill/>
            <a:miter lim="800000"/>
          </a:ln>
          <a:effectLst/>
        </p:spPr>
        <p:txBody>
          <a:bodyPr vert="horz" wrap="square" lIns="91440" tIns="45720" rIns="91440" bIns="45720" numCol="1" anchor="t" anchorCtr="0" compatLnSpc="1"/>
          <a:lstStyle>
            <a:lvl1pPr algn="ctr">
              <a:spcBef>
                <a:spcPct val="0"/>
              </a:spcBef>
              <a:defRPr sz="1400">
                <a:solidFill>
                  <a:schemeClr val="accent2"/>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66CC"/>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2051" name="Rectangle 3"/>
          <p:cNvSpPr>
            <a:spLocks noGrp="1"/>
          </p:cNvSpPr>
          <p:nvPr>
            <p:ph type="body"/>
          </p:nvPr>
        </p:nvSpPr>
        <p:spPr>
          <a:xfrm>
            <a:off x="685800" y="1981200"/>
            <a:ext cx="7772400" cy="41148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400">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2A13707-1422-4AAA-84C2-47A254AA04CB}" type="datetime1">
              <a:rPr kumimoji="1" lang="zh-CN" altLang="en-US" sz="1400" b="0" i="0" u="none" strike="noStrike" kern="1200" cap="none" spc="0" normalizeH="0" baseline="0" noProof="0">
                <a:ln>
                  <a:noFill/>
                </a:ln>
                <a:solidFill>
                  <a:schemeClr val="tx1"/>
                </a:solidFill>
                <a:effectLst/>
                <a:uLnTx/>
                <a:uFillTx/>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381750"/>
            <a:ext cx="2895600" cy="323850"/>
          </a:xfrm>
          <a:prstGeom prst="rect">
            <a:avLst/>
          </a:prstGeom>
          <a:noFill/>
          <a:ln w="9525">
            <a:noFill/>
            <a:miter lim="800000"/>
          </a:ln>
          <a:effectLst/>
        </p:spPr>
        <p:txBody>
          <a:bodyPr vert="horz" wrap="square" lIns="91440" tIns="45720" rIns="91440" bIns="45720" numCol="1" anchor="t" anchorCtr="0" compatLnSpc="1"/>
          <a:lstStyle>
            <a:lvl1pPr algn="ctr">
              <a:spcBef>
                <a:spcPct val="0"/>
              </a:spcBef>
              <a:defRPr sz="1400">
                <a:solidFill>
                  <a:schemeClr val="accent2"/>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400" b="0" i="0" u="none" strike="noStrike" kern="1200" cap="none" spc="0" normalizeH="0" baseline="0" noProof="0">
                <a:ln>
                  <a:noFill/>
                </a:ln>
                <a:solidFill>
                  <a:schemeClr val="accent2"/>
                </a:solidFill>
                <a:effectLst/>
                <a:uLnTx/>
                <a:uFillTx/>
                <a:cs typeface="+mn-cs"/>
              </a:rPr>
              <a:t>胡良剑  </a:t>
            </a:r>
            <a:r>
              <a:rPr kumimoji="1" lang="en-US" altLang="zh-CN" sz="1400" b="0" i="0" u="none" strike="noStrike" kern="1200" cap="none" spc="0" normalizeH="0" baseline="0" noProof="0" err="1">
                <a:ln>
                  <a:noFill/>
                </a:ln>
                <a:solidFill>
                  <a:schemeClr val="accent2"/>
                </a:solidFill>
                <a:effectLst/>
                <a:uLnTx/>
                <a:uFillTx/>
                <a:cs typeface="+mn-cs"/>
              </a:rPr>
              <a:t>建模竞赛论文写作</a:t>
            </a:r>
            <a:endParaRPr kumimoji="1"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mn-lt"/>
                <a:ea typeface="+mn-ea"/>
              </a:defRPr>
            </a:lvl1pPr>
          </a:lstStyle>
          <a:p>
            <a:pPr lvl="0" eaLnBrk="1" fontAlgn="base" hangingPunct="1">
              <a:spcBef>
                <a:spcPct val="0"/>
              </a:spcBef>
              <a:buNone/>
            </a:pPr>
            <a:fld id="{9A0DB2DC-4C9A-4742-B13C-FB6460FD3503}" type="slidenum">
              <a:rPr lang="en-US" altLang="zh-CN" strike="noStrike" noProof="1" dirty="0">
                <a:cs typeface="+mn-cs"/>
              </a:rPr>
            </a:fld>
            <a:endParaRPr lang="en-US" altLang="zh-CN"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5" name="矩形 4"/>
          <p:cNvSpPr/>
          <p:nvPr userDrawn="1">
            <p:custDataLst>
              <p:tags r:id="rId12"/>
            </p:custDataLst>
          </p:nvPr>
        </p:nvSpPr>
        <p:spPr>
          <a:xfrm>
            <a:off x="0" y="857726"/>
            <a:ext cx="9143524" cy="5153501"/>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8" name="图片 7" descr="A2"/>
          <p:cNvPicPr>
            <a:picLocks noChangeAspect="1"/>
          </p:cNvPicPr>
          <p:nvPr>
            <p:custDataLst>
              <p:tags r:id="rId13"/>
            </p:custDataLst>
          </p:nvPr>
        </p:nvPicPr>
        <p:blipFill>
          <a:blip r:embed="rId14">
            <a:alphaModFix amt="15000"/>
          </a:blip>
          <a:stretch>
            <a:fillRect/>
          </a:stretch>
        </p:blipFill>
        <p:spPr>
          <a:xfrm flipH="1">
            <a:off x="0" y="857726"/>
            <a:ext cx="9144000" cy="5153501"/>
          </a:xfrm>
          <a:prstGeom prst="rect">
            <a:avLst/>
          </a:prstGeom>
        </p:spPr>
      </p:pic>
      <p:sp>
        <p:nvSpPr>
          <p:cNvPr id="7" name="平行四边形 6"/>
          <p:cNvSpPr/>
          <p:nvPr>
            <p:custDataLst>
              <p:tags r:id="rId15"/>
            </p:custDataLst>
          </p:nvPr>
        </p:nvSpPr>
        <p:spPr>
          <a:xfrm>
            <a:off x="411956" y="1481884"/>
            <a:ext cx="2239328" cy="135244"/>
          </a:xfrm>
          <a:prstGeom prst="parallelogram">
            <a:avLst>
              <a:gd name="adj" fmla="val 38188"/>
            </a:avLst>
          </a:prstGeom>
          <a:gradFill>
            <a:gsLst>
              <a:gs pos="100000">
                <a:schemeClr val="accent1">
                  <a:alpha val="26000"/>
                </a:schemeClr>
              </a:gs>
              <a:gs pos="23000">
                <a:schemeClr val="accent2">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日期占位符 9"/>
          <p:cNvSpPr>
            <a:spLocks noGrp="1"/>
          </p:cNvSpPr>
          <p:nvPr>
            <p:ph type="dt" sz="half" idx="10"/>
            <p:custDataLst>
              <p:tags r:id="rId16"/>
            </p:custDataLst>
          </p:nvPr>
        </p:nvSpPr>
        <p:spPr>
          <a:xfrm>
            <a:off x="521970" y="5624513"/>
            <a:ext cx="2057400" cy="273844"/>
          </a:xfrm>
        </p:spPr>
        <p:txBody>
          <a:bodyPr/>
          <a:lstStyle/>
          <a:p>
            <a:fld id="{760FBDFE-C587-4B4C-A407-44438C67B59E}" type="datetimeFigureOut">
              <a:rPr lang="zh-CN" altLang="en-US" smtClean="0"/>
            </a:fld>
            <a:endParaRPr lang="zh-CN" altLang="en-US"/>
          </a:p>
        </p:txBody>
      </p:sp>
      <p:sp>
        <p:nvSpPr>
          <p:cNvPr id="11" name="页脚占位符 10"/>
          <p:cNvSpPr>
            <a:spLocks noGrp="1"/>
          </p:cNvSpPr>
          <p:nvPr>
            <p:ph type="ftr" sz="quarter" idx="11"/>
            <p:custDataLst>
              <p:tags r:id="rId17"/>
            </p:custDataLst>
          </p:nvPr>
        </p:nvSpPr>
        <p:spPr>
          <a:xfrm>
            <a:off x="3028950" y="5624513"/>
            <a:ext cx="3086100" cy="273844"/>
          </a:xfrm>
        </p:spPr>
        <p:txBody>
          <a:bodyPr/>
          <a:lstStyle/>
          <a:p>
            <a:endParaRPr lang="zh-CN" altLang="en-US" dirty="0"/>
          </a:p>
        </p:txBody>
      </p:sp>
      <p:sp>
        <p:nvSpPr>
          <p:cNvPr id="12" name="灯片编号占位符 11"/>
          <p:cNvSpPr>
            <a:spLocks noGrp="1"/>
          </p:cNvSpPr>
          <p:nvPr>
            <p:ph type="sldNum" sz="quarter" idx="12"/>
            <p:custDataLst>
              <p:tags r:id="rId18"/>
            </p:custDataLst>
          </p:nvPr>
        </p:nvSpPr>
        <p:spPr>
          <a:xfrm>
            <a:off x="6565487" y="5624513"/>
            <a:ext cx="2057400" cy="273844"/>
          </a:xfrm>
        </p:spPr>
        <p:txBody>
          <a:bodyPr/>
          <a:lstStyle/>
          <a:p>
            <a:fld id="{49AE70B2-8BF9-45C0-BB95-33D1B9D3A854}" type="slidenum">
              <a:rPr lang="zh-CN" altLang="en-US" smtClean="0"/>
            </a:fld>
            <a:endParaRPr lang="zh-CN" altLang="en-US" dirty="0"/>
          </a:p>
        </p:txBody>
      </p:sp>
      <p:sp>
        <p:nvSpPr>
          <p:cNvPr id="2" name="文本占位符 1"/>
          <p:cNvSpPr>
            <a:spLocks noGrp="1"/>
          </p:cNvSpPr>
          <p:nvPr>
            <p:ph type="body" idx="21"/>
            <p:custDataLst>
              <p:tags r:id="rId19"/>
            </p:custDataLst>
          </p:nvPr>
        </p:nvSpPr>
        <p:spPr>
          <a:xfrm>
            <a:off x="521970" y="1833562"/>
            <a:ext cx="8100000" cy="3655219"/>
          </a:xfrm>
          <a:prstGeom prst="rect">
            <a:avLst/>
          </a:prstGeom>
          <a:ln>
            <a:noFill/>
            <a:prstDash val="sysDash"/>
          </a:ln>
        </p:spPr>
        <p:txBody>
          <a:bodyPr vert="horz" lIns="90000" tIns="46800" rIns="90000" bIns="46800" rtlCol="0">
            <a:normAutofit/>
          </a:bodyPr>
          <a:lstStyle/>
          <a:p>
            <a:pPr marR="0" lvl="0">
              <a:spcBef>
                <a:spcPts val="1200"/>
              </a:spcBef>
              <a:spcAft>
                <a:spcPts val="0"/>
              </a:spcAft>
              <a:buClr>
                <a:schemeClr val="accent1">
                  <a:lumMod val="40000"/>
                  <a:lumOff val="60000"/>
                </a:schemeClr>
              </a:buClr>
              <a:buSzTx/>
            </a:pPr>
            <a:r>
              <a:rPr lang="zh-CN" altLang="en-US" dirty="0"/>
              <a:t>单击此处编辑母版文本样式</a:t>
            </a:r>
            <a:endParaRPr lang="zh-CN" altLang="en-US" dirty="0"/>
          </a:p>
          <a:p>
            <a:pPr marR="0" lvl="1">
              <a:spcBef>
                <a:spcPts val="1200"/>
              </a:spcBef>
              <a:spcAft>
                <a:spcPts val="0"/>
              </a:spcAft>
              <a:buClr>
                <a:schemeClr val="accent1">
                  <a:lumMod val="40000"/>
                  <a:lumOff val="60000"/>
                </a:schemeClr>
              </a:buClr>
              <a:tabLst>
                <a:tab pos="1609725" algn="l"/>
              </a:tabLst>
            </a:pPr>
            <a:r>
              <a:rPr lang="zh-CN" altLang="en-US" dirty="0"/>
              <a:t>二级</a:t>
            </a:r>
            <a:endParaRPr lang="zh-CN" altLang="en-US" dirty="0"/>
          </a:p>
          <a:p>
            <a:pPr marR="0" lvl="2">
              <a:spcBef>
                <a:spcPts val="1200"/>
              </a:spcBef>
              <a:spcAft>
                <a:spcPts val="0"/>
              </a:spcAft>
              <a:buClr>
                <a:schemeClr val="accent1">
                  <a:lumMod val="40000"/>
                  <a:lumOff val="60000"/>
                </a:schemeClr>
              </a:buClr>
            </a:pPr>
            <a:r>
              <a:rPr lang="zh-CN" altLang="en-US" dirty="0"/>
              <a:t>三级</a:t>
            </a:r>
            <a:endParaRPr lang="zh-CN" altLang="en-US" dirty="0"/>
          </a:p>
          <a:p>
            <a:pPr marR="0" lvl="3">
              <a:spcBef>
                <a:spcPts val="1200"/>
              </a:spcBef>
              <a:spcAft>
                <a:spcPts val="0"/>
              </a:spcAft>
              <a:buClr>
                <a:schemeClr val="accent1">
                  <a:lumMod val="40000"/>
                  <a:lumOff val="60000"/>
                </a:schemeClr>
              </a:buClr>
            </a:pPr>
            <a:r>
              <a:rPr lang="zh-CN" altLang="en-US" dirty="0"/>
              <a:t>四级</a:t>
            </a:r>
            <a:endParaRPr lang="zh-CN" altLang="en-US" dirty="0"/>
          </a:p>
          <a:p>
            <a:pPr marR="0" lvl="4">
              <a:spcBef>
                <a:spcPts val="1200"/>
              </a:spcBef>
              <a:spcAft>
                <a:spcPts val="0"/>
              </a:spcAft>
              <a:buClr>
                <a:schemeClr val="accent1">
                  <a:lumMod val="40000"/>
                  <a:lumOff val="60000"/>
                </a:schemeClr>
              </a:buClr>
            </a:pPr>
            <a:r>
              <a:rPr lang="zh-CN" altLang="en-US" dirty="0"/>
              <a:t>五级</a:t>
            </a:r>
            <a:endParaRPr lang="zh-CN" altLang="en-US" dirty="0"/>
          </a:p>
        </p:txBody>
      </p:sp>
      <p:sp>
        <p:nvSpPr>
          <p:cNvPr id="3" name="标题占位符 2"/>
          <p:cNvSpPr>
            <a:spLocks noGrp="1"/>
          </p:cNvSpPr>
          <p:nvPr>
            <p:ph type="title"/>
            <p:custDataLst>
              <p:tags r:id="rId20"/>
            </p:custDataLst>
          </p:nvPr>
        </p:nvSpPr>
        <p:spPr>
          <a:xfrm>
            <a:off x="521970" y="1127250"/>
            <a:ext cx="8100000" cy="540000"/>
          </a:xfrm>
          <a:prstGeom prst="rect">
            <a:avLst/>
          </a:prstGeom>
          <a:noFill/>
          <a:ln>
            <a:noFill/>
            <a:prstDash val="sysDash"/>
          </a:ln>
        </p:spPr>
        <p:txBody>
          <a:bodyPr vert="horz" wrap="square" lIns="91440" tIns="45720" rIns="91440" bIns="45720" rtlCol="0" anchor="ctr">
            <a:normAutofit/>
          </a:bodyPr>
          <a:lstStyle/>
          <a:p>
            <a:pPr marL="0" marR="0" lvl="0">
              <a:buClrTx/>
              <a:buSzTx/>
              <a:buFontTx/>
            </a:pPr>
            <a:r>
              <a:rPr lang="zh-CN" altLang="en-US" dirty="0"/>
              <a:t>单击此处编辑母版标题样式</a:t>
            </a:r>
            <a:endParaRPr lang="zh-CN" altLang="en-US" dirty="0"/>
          </a:p>
        </p:txBody>
      </p:sp>
      <p:sp>
        <p:nvSpPr>
          <p:cNvPr id="6" name="KSO_TEMPLATE" hidden="1"/>
          <p:cNvSpPr/>
          <p:nvPr userDrawn="1">
            <p:custDataLst>
              <p:tags r:id="rId21"/>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ustDataLst>
      <p:tags r:id="rId22"/>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fontAlgn="auto" latinLnBrk="0" hangingPunct="1">
        <a:lnSpc>
          <a:spcPct val="100000"/>
        </a:lnSpc>
        <a:spcBef>
          <a:spcPct val="0"/>
        </a:spcBef>
        <a:buNone/>
        <a:defRPr kumimoji="0" lang="zh-CN" altLang="en-US" sz="2400" b="0" i="0" u="none" strike="noStrike" kern="1200" cap="none" spc="300" normalizeH="0" baseline="0" dirty="0" smtClean="0">
          <a:ln>
            <a:noFill/>
            <a:prstDash val="sysDot"/>
          </a:ln>
          <a:solidFill>
            <a:srgbClr val="293642"/>
          </a:solidFill>
          <a:uFillTx/>
          <a:latin typeface="+mj-ea"/>
          <a:ea typeface="+mj-ea"/>
          <a:cs typeface="+mn-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kumimoji="0" lang="zh-CN" altLang="en-US" sz="1350" b="0" i="0" u="none" strike="noStrike" kern="1200" cap="none" spc="150" normalizeH="0" baseline="0" smtClean="0">
          <a:ln>
            <a:noFill/>
            <a:prstDash val="sysDot"/>
          </a:ln>
          <a:solidFill>
            <a:srgbClr val="293642"/>
          </a:solidFill>
          <a:uFillTx/>
          <a:latin typeface="+mn-ea"/>
          <a:ea typeface="+mn-ea"/>
          <a:cs typeface="+mn-cs"/>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135" algn="l"/>
          <a:tab pos="1207135" algn="l"/>
          <a:tab pos="1207135" algn="l"/>
          <a:tab pos="1207135" algn="l"/>
        </a:tabLst>
        <a:defRPr kumimoji="0" lang="zh-CN" altLang="en-US" sz="1200" b="0" i="0" u="none" strike="noStrike" kern="1200" cap="none" spc="150" normalizeH="0" baseline="0" smtClean="0">
          <a:solidFill>
            <a:srgbClr val="293642"/>
          </a:solidFill>
          <a:uFillTx/>
          <a:latin typeface="+mn-ea"/>
          <a:ea typeface="+mn-ea"/>
          <a:cs typeface="MiSans Heavy" panose="00000A00000000000000" charset="-122"/>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kumimoji="0" lang="zh-CN" altLang="en-US" sz="1200" b="0" i="0" u="none" strike="noStrike" kern="1200" cap="none" spc="150" normalizeH="0" baseline="0" smtClean="0">
          <a:solidFill>
            <a:srgbClr val="293642"/>
          </a:solidFill>
          <a:uFillTx/>
          <a:latin typeface="+mn-ea"/>
          <a:ea typeface="+mn-ea"/>
          <a:cs typeface="MiSans Heavy" panose="00000A00000000000000" charset="-122"/>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kumimoji="0" lang="zh-CN" altLang="en-US" sz="1050" b="0" i="0" u="none" strike="noStrike" kern="1200" cap="none" spc="150" normalizeH="0" baseline="0" smtClean="0">
          <a:solidFill>
            <a:srgbClr val="293642"/>
          </a:solidFill>
          <a:uFillTx/>
          <a:latin typeface="+mn-ea"/>
          <a:ea typeface="+mn-ea"/>
          <a:cs typeface="MiSans Heavy" panose="00000A00000000000000" charset="-122"/>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kumimoji="0" lang="zh-CN" altLang="en-US" sz="1050" b="0" i="0" u="none" strike="noStrike" kern="1200" cap="none" spc="150" normalizeH="0" baseline="0" smtClean="0">
          <a:solidFill>
            <a:srgbClr val="293642"/>
          </a:solidFill>
          <a:uFillTx/>
          <a:latin typeface="+mn-ea"/>
          <a:ea typeface="+mn-ea"/>
          <a:cs typeface="MiSans Heavy" panose="00000A00000000000000"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4.xml"/><Relationship Id="rId5" Type="http://schemas.openxmlformats.org/officeDocument/2006/relationships/tags" Target="../tags/tag85.xml"/><Relationship Id="rId4" Type="http://schemas.openxmlformats.org/officeDocument/2006/relationships/image" Target="../media/image7.png"/><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3.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image" Target="../media/image9.png"/><Relationship Id="rId5" Type="http://schemas.openxmlformats.org/officeDocument/2006/relationships/tags" Target="../tags/tag94.xml"/><Relationship Id="rId4" Type="http://schemas.openxmlformats.org/officeDocument/2006/relationships/image" Target="../media/image8.png"/><Relationship Id="rId3" Type="http://schemas.openxmlformats.org/officeDocument/2006/relationships/tags" Target="../tags/tag93.xml"/><Relationship Id="rId2" Type="http://schemas.openxmlformats.org/officeDocument/2006/relationships/tags" Target="../tags/tag92.xml"/><Relationship Id="rId10" Type="http://schemas.openxmlformats.org/officeDocument/2006/relationships/slideLayout" Target="../slideLayouts/slideLayout24.xml"/><Relationship Id="rId1" Type="http://schemas.openxmlformats.org/officeDocument/2006/relationships/tags" Target="../tags/tag91.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image" Target="../media/image10.png"/><Relationship Id="rId2" Type="http://schemas.openxmlformats.org/officeDocument/2006/relationships/tags" Target="../tags/tag99.xml"/><Relationship Id="rId1" Type="http://schemas.openxmlformats.org/officeDocument/2006/relationships/tags" Target="../tags/tag98.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107.xml"/><Relationship Id="rId2" Type="http://schemas.openxmlformats.org/officeDocument/2006/relationships/image" Target="../media/image11.png"/><Relationship Id="rId1" Type="http://schemas.openxmlformats.org/officeDocument/2006/relationships/tags" Target="../tags/tag106.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tags" Target="../tags/tag121.xml"/><Relationship Id="rId3" Type="http://schemas.openxmlformats.org/officeDocument/2006/relationships/image" Target="../media/image12.png"/><Relationship Id="rId2" Type="http://schemas.openxmlformats.org/officeDocument/2006/relationships/tags" Target="../tags/tag120.xml"/><Relationship Id="rId1" Type="http://schemas.openxmlformats.org/officeDocument/2006/relationships/tags" Target="../tags/tag1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txBox="1">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0" fontAlgn="base" latinLnBrk="0" hangingPunct="0">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0"/>
              </a:spcBef>
            </a:pPr>
            <a:fld id="{9A0DB2DC-4C9A-4742-B13C-FB6460FD3503}" type="slidenum">
              <a:rPr lang="en-US" altLang="zh-CN" sz="1400" dirty="0">
                <a:solidFill>
                  <a:schemeClr val="tx1"/>
                </a:solidFill>
              </a:rPr>
            </a:fld>
            <a:endParaRPr lang="en-US" altLang="zh-CN" sz="1400" dirty="0">
              <a:solidFill>
                <a:schemeClr val="tx1"/>
              </a:solidFill>
            </a:endParaRPr>
          </a:p>
        </p:txBody>
      </p:sp>
      <p:sp>
        <p:nvSpPr>
          <p:cNvPr id="23" name="Rectangle 3"/>
          <p:cNvSpPr>
            <a:spLocks noGrp="1" noChangeArrowheads="1"/>
          </p:cNvSpPr>
          <p:nvPr>
            <p:custDataLst>
              <p:tags r:id="rId2"/>
            </p:custDataLst>
          </p:nvPr>
        </p:nvSpPr>
        <p:spPr>
          <a:xfrm>
            <a:off x="214282" y="928670"/>
            <a:ext cx="6786610" cy="587365"/>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lvl="0" indent="0" eaLnBrk="1" hangingPunct="1">
              <a:buNone/>
              <a:defRPr/>
            </a:pPr>
            <a:r>
              <a:rPr kumimoji="1" lang="zh-CN" altLang="en-US" sz="2800" b="0" i="0" u="none" strike="noStrike" kern="0" cap="none" spc="0" normalizeH="0" baseline="0" noProof="0" dirty="0">
                <a:ln>
                  <a:noFill/>
                </a:ln>
                <a:solidFill>
                  <a:schemeClr val="accent1">
                    <a:lumMod val="50000"/>
                  </a:schemeClr>
                </a:solidFill>
                <a:effectLst/>
                <a:uLnTx/>
                <a:uFillTx/>
                <a:latin typeface="+mn-lt"/>
                <a:ea typeface="+mn-ea"/>
                <a:cs typeface="+mn-cs"/>
              </a:rPr>
              <a:t>（</a:t>
            </a:r>
            <a:r>
              <a:rPr kumimoji="1" lang="en-US" altLang="zh-CN" sz="2800" b="0" i="0" u="none" strike="noStrike" kern="0" cap="none" spc="0" normalizeH="0" baseline="0" noProof="0" dirty="0">
                <a:ln>
                  <a:noFill/>
                </a:ln>
                <a:solidFill>
                  <a:schemeClr val="accent1">
                    <a:lumMod val="50000"/>
                  </a:schemeClr>
                </a:solidFill>
                <a:effectLst/>
                <a:uLnTx/>
                <a:uFillTx/>
                <a:latin typeface="+mn-lt"/>
                <a:ea typeface="+mn-ea"/>
                <a:cs typeface="+mn-cs"/>
              </a:rPr>
              <a:t>2</a:t>
            </a:r>
            <a:r>
              <a:rPr kumimoji="1" lang="zh-CN" altLang="en-US" sz="2800" b="0" i="0" u="none" strike="noStrike" kern="0" cap="none" spc="0" normalizeH="0" baseline="0" noProof="0" dirty="0">
                <a:ln>
                  <a:noFill/>
                </a:ln>
                <a:solidFill>
                  <a:schemeClr val="accent1">
                    <a:lumMod val="50000"/>
                  </a:schemeClr>
                </a:solidFill>
                <a:effectLst/>
                <a:uLnTx/>
                <a:uFillTx/>
                <a:latin typeface="+mn-lt"/>
                <a:ea typeface="+mn-ea"/>
                <a:cs typeface="+mn-cs"/>
              </a:rPr>
              <a:t>）报名参赛</a:t>
            </a:r>
            <a:r>
              <a:rPr kumimoji="1" lang="zh-CN" altLang="en-US" sz="2800" dirty="0">
                <a:solidFill>
                  <a:schemeClr val="accent1">
                    <a:lumMod val="50000"/>
                  </a:schemeClr>
                </a:solidFill>
              </a:rPr>
              <a:t>须知、作品提交方法</a:t>
            </a:r>
            <a:endParaRPr kumimoji="1" lang="en-US" altLang="zh-CN" sz="2800" b="0" i="0" u="none" strike="noStrike" kern="0" cap="none" spc="0" normalizeH="0" baseline="0" noProof="0" dirty="0">
              <a:ln>
                <a:noFill/>
              </a:ln>
              <a:solidFill>
                <a:schemeClr val="accent1">
                  <a:lumMod val="50000"/>
                </a:schemeClr>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1" lang="en-US" altLang="zh-CN" sz="2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1" lang="en-US" altLang="zh-CN"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1" lang="en-US" altLang="zh-CN" sz="2800" b="0" i="0" u="none" strike="noStrike" kern="0" cap="none" spc="0" normalizeH="0" baseline="0" noProof="0" dirty="0">
              <a:ln>
                <a:noFill/>
              </a:ln>
              <a:solidFill>
                <a:schemeClr val="tx1"/>
              </a:solidFill>
              <a:effectLst/>
              <a:uLnTx/>
              <a:uFillTx/>
              <a:latin typeface="+mn-lt"/>
              <a:ea typeface="+mn-ea"/>
              <a:cs typeface="+mn-cs"/>
            </a:endParaRPr>
          </a:p>
        </p:txBody>
      </p:sp>
      <p:sp>
        <p:nvSpPr>
          <p:cNvPr id="28" name="标题 27"/>
          <p:cNvSpPr>
            <a:spLocks noGrp="1"/>
          </p:cNvSpPr>
          <p:nvPr>
            <p:ph type="title"/>
            <p:custDataLst>
              <p:tags r:id="rId3"/>
            </p:custDataLst>
          </p:nvPr>
        </p:nvSpPr>
        <p:spPr>
          <a:xfrm>
            <a:off x="358200" y="222002"/>
            <a:ext cx="8100000" cy="540000"/>
          </a:xfrm>
          <a:noFill/>
          <a:ln>
            <a:noFill/>
            <a:prstDash val="sysDash"/>
          </a:ln>
        </p:spPr>
        <p:txBody>
          <a:bodyPr vert="horz" wrap="square" lIns="91440" tIns="45720" rIns="91440" bIns="45720" rtlCol="0" anchor="ctr">
            <a:normAutofit/>
          </a:bodyPr>
          <a:lstStyle/>
          <a:p>
            <a:pPr lvl="0" algn="l">
              <a:buClrTx/>
              <a:buSzTx/>
              <a:buFontTx/>
            </a:pPr>
            <a:r>
              <a:rPr dirty="0">
                <a:sym typeface="+mn-ea"/>
              </a:rPr>
              <a:t>准备相关文件</a:t>
            </a:r>
            <a:endParaRPr dirty="0">
              <a:sym typeface="+mn-ea"/>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345" y="1935058"/>
            <a:ext cx="7963309" cy="3524431"/>
          </a:xfrm>
          <a:prstGeom prst="rect">
            <a:avLst/>
          </a:prstGeom>
        </p:spPr>
      </p:pic>
      <p:sp>
        <p:nvSpPr>
          <p:cNvPr id="2" name="文本框 1"/>
          <p:cNvSpPr txBox="1"/>
          <p:nvPr/>
        </p:nvSpPr>
        <p:spPr>
          <a:xfrm>
            <a:off x="755650" y="5589270"/>
            <a:ext cx="7327900" cy="783590"/>
          </a:xfrm>
          <a:prstGeom prst="rect">
            <a:avLst/>
          </a:prstGeom>
          <a:noFill/>
          <a:ln>
            <a:solidFill>
              <a:schemeClr val="accent1"/>
            </a:solidFill>
          </a:ln>
        </p:spPr>
        <p:txBody>
          <a:bodyPr wrap="square" rtlCol="0">
            <a:spAutoFit/>
          </a:bodyPr>
          <a:p>
            <a:r>
              <a:rPr lang="en-US" altLang="zh-CN" sz="1800" b="1">
                <a:solidFill>
                  <a:srgbClr val="FF0000"/>
                </a:solidFill>
                <a:sym typeface="+mn-ea"/>
              </a:rPr>
              <a:t>(1) MD5</a:t>
            </a:r>
            <a:r>
              <a:rPr lang="zh-CN" altLang="en-US" sz="1800" b="1">
                <a:solidFill>
                  <a:srgbClr val="FF0000"/>
                </a:solidFill>
                <a:sym typeface="+mn-ea"/>
              </a:rPr>
              <a:t>码没有最后</a:t>
            </a:r>
            <a:r>
              <a:rPr lang="en-US" altLang="zh-CN" sz="1800" b="1">
                <a:solidFill>
                  <a:srgbClr val="FF0000"/>
                </a:solidFill>
                <a:sym typeface="+mn-ea"/>
              </a:rPr>
              <a:t>2</a:t>
            </a:r>
            <a:r>
              <a:rPr lang="zh-CN" altLang="en-US" sz="1800" b="1">
                <a:solidFill>
                  <a:srgbClr val="FF0000"/>
                </a:solidFill>
                <a:sym typeface="+mn-ea"/>
              </a:rPr>
              <a:t>小时内的</a:t>
            </a:r>
            <a:r>
              <a:rPr lang="en-US" altLang="zh-CN" sz="1800" b="1">
                <a:solidFill>
                  <a:srgbClr val="FF0000"/>
                </a:solidFill>
                <a:sym typeface="+mn-ea"/>
              </a:rPr>
              <a:t>1</a:t>
            </a:r>
            <a:r>
              <a:rPr lang="zh-CN" altLang="en-US" sz="1800" b="1">
                <a:solidFill>
                  <a:srgbClr val="FF0000"/>
                </a:solidFill>
                <a:sym typeface="+mn-ea"/>
              </a:rPr>
              <a:t>次提交机会，但仍会覆盖旧码</a:t>
            </a:r>
            <a:r>
              <a:rPr lang="en-US" altLang="zh-CN" sz="1800" b="1">
                <a:solidFill>
                  <a:srgbClr val="FF0000"/>
                </a:solidFill>
                <a:sym typeface="+mn-ea"/>
              </a:rPr>
              <a:t> </a:t>
            </a:r>
            <a:endParaRPr lang="en-US" altLang="zh-CN" sz="1800" b="1">
              <a:solidFill>
                <a:srgbClr val="FF0000"/>
              </a:solidFill>
              <a:sym typeface="+mn-ea"/>
            </a:endParaRPr>
          </a:p>
          <a:p>
            <a:r>
              <a:rPr lang="en-US" altLang="zh-CN" sz="1800" b="1">
                <a:solidFill>
                  <a:srgbClr val="FF0000"/>
                </a:solidFill>
                <a:sym typeface="+mn-ea"/>
              </a:rPr>
              <a:t>(2) </a:t>
            </a:r>
            <a:r>
              <a:rPr lang="zh-CN" altLang="en-US" sz="1800" b="1">
                <a:solidFill>
                  <a:srgbClr val="FF0000"/>
                </a:solidFill>
                <a:sym typeface="+mn-ea"/>
              </a:rPr>
              <a:t>论文提交须在</a:t>
            </a:r>
            <a:r>
              <a:rPr lang="en-US" altLang="zh-CN" sz="1800" b="1">
                <a:solidFill>
                  <a:srgbClr val="FF0000"/>
                </a:solidFill>
                <a:sym typeface="+mn-ea"/>
              </a:rPr>
              <a:t>MD5</a:t>
            </a:r>
            <a:r>
              <a:rPr lang="zh-CN" altLang="en-US" sz="1800" b="1">
                <a:solidFill>
                  <a:srgbClr val="FF0000"/>
                </a:solidFill>
                <a:sym typeface="+mn-ea"/>
              </a:rPr>
              <a:t>码结束后半小时，中间半小时为了间隔两个流程</a:t>
            </a:r>
            <a:endParaRPr lang="zh-CN" altLang="en-US" sz="1800" b="1">
              <a:solidFill>
                <a:srgbClr val="FF0000"/>
              </a:solidFill>
              <a:sym typeface="+mn-ea"/>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3" name="Rectangle 3"/>
          <p:cNvSpPr>
            <a:spLocks noGrp="1"/>
          </p:cNvSpPr>
          <p:nvPr>
            <p:custDataLst>
              <p:tags r:id="rId2"/>
            </p:custDataLst>
          </p:nvPr>
        </p:nvSpPr>
        <p:spPr>
          <a:xfrm>
            <a:off x="401840" y="1917031"/>
            <a:ext cx="8207375" cy="3233743"/>
          </a:xfrm>
          <a:prstGeom prst="rect">
            <a:avLst/>
          </a:prstGeom>
          <a:noFill/>
          <a:ln w="9525">
            <a:noFill/>
          </a:ln>
        </p:spPr>
        <p:txBody>
          <a:bodyPr vert="horz" wrap="square" lIns="91440" tIns="45720" rIns="91440" bIns="45720" anchor="t" anchorCtr="0">
            <a:norm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buNone/>
            </a:pPr>
            <a:r>
              <a:rPr lang="zh-CN" altLang="en-US" sz="2400" dirty="0">
                <a:solidFill>
                  <a:schemeClr val="tx1"/>
                </a:solidFill>
              </a:rPr>
              <a:t>赛题发布：</a:t>
            </a:r>
            <a:r>
              <a:rPr lang="en-US" altLang="zh-CN" sz="2400" dirty="0">
                <a:solidFill>
                  <a:schemeClr val="tx1"/>
                </a:solidFill>
              </a:rPr>
              <a:t>9</a:t>
            </a:r>
            <a:r>
              <a:rPr lang="zh-CN" altLang="en-US" sz="2400" dirty="0">
                <a:solidFill>
                  <a:schemeClr val="tx1"/>
                </a:solidFill>
              </a:rPr>
              <a:t>月</a:t>
            </a:r>
            <a:r>
              <a:rPr lang="en-US" altLang="zh-CN" sz="2400" dirty="0">
                <a:solidFill>
                  <a:schemeClr val="tx1"/>
                </a:solidFill>
              </a:rPr>
              <a:t>4</a:t>
            </a:r>
            <a:r>
              <a:rPr lang="zh-CN" altLang="en-US" sz="2400" dirty="0">
                <a:solidFill>
                  <a:schemeClr val="tx1"/>
                </a:solidFill>
              </a:rPr>
              <a:t>日</a:t>
            </a:r>
            <a:r>
              <a:rPr lang="en-US" altLang="zh-CN" sz="2400" dirty="0">
                <a:solidFill>
                  <a:schemeClr val="tx1"/>
                </a:solidFill>
              </a:rPr>
              <a:t>18:00</a:t>
            </a:r>
            <a:r>
              <a:rPr lang="zh-CN" altLang="en-US" sz="2400" dirty="0">
                <a:solidFill>
                  <a:schemeClr val="tx1"/>
                </a:solidFill>
              </a:rPr>
              <a:t>（周四晚）</a:t>
            </a:r>
            <a:endParaRPr lang="en-US" altLang="zh-CN" sz="2400" dirty="0">
              <a:solidFill>
                <a:schemeClr val="tx1"/>
              </a:solidFill>
            </a:endParaRPr>
          </a:p>
          <a:p>
            <a:pPr marL="0" indent="0" eaLnBrk="1" hangingPunct="1">
              <a:buNone/>
            </a:pPr>
            <a:r>
              <a:rPr lang="zh-CN" altLang="en-US" sz="2400" dirty="0">
                <a:solidFill>
                  <a:schemeClr val="tx1"/>
                </a:solidFill>
              </a:rPr>
              <a:t>竞赛时间：</a:t>
            </a:r>
            <a:r>
              <a:rPr lang="en-US" altLang="zh-CN" sz="2400" dirty="0">
                <a:solidFill>
                  <a:schemeClr val="tx1"/>
                </a:solidFill>
              </a:rPr>
              <a:t>9</a:t>
            </a:r>
            <a:r>
              <a:rPr lang="zh-CN" altLang="en-US" sz="2400" dirty="0">
                <a:solidFill>
                  <a:schemeClr val="tx1"/>
                </a:solidFill>
              </a:rPr>
              <a:t>月</a:t>
            </a:r>
            <a:r>
              <a:rPr lang="en-US" altLang="zh-CN" sz="2400" dirty="0">
                <a:solidFill>
                  <a:schemeClr val="tx1"/>
                </a:solidFill>
              </a:rPr>
              <a:t>4</a:t>
            </a:r>
            <a:r>
              <a:rPr lang="zh-CN" altLang="en-US" sz="2400" dirty="0">
                <a:solidFill>
                  <a:schemeClr val="tx1"/>
                </a:solidFill>
              </a:rPr>
              <a:t>日</a:t>
            </a:r>
            <a:r>
              <a:rPr lang="en-US" altLang="zh-CN" sz="2400" dirty="0">
                <a:solidFill>
                  <a:schemeClr val="tx1"/>
                </a:solidFill>
              </a:rPr>
              <a:t>18:00</a:t>
            </a:r>
            <a:r>
              <a:rPr lang="zh-CN" altLang="en-US" sz="2400" dirty="0">
                <a:solidFill>
                  <a:schemeClr val="tx1"/>
                </a:solidFill>
              </a:rPr>
              <a:t>～</a:t>
            </a:r>
            <a:r>
              <a:rPr lang="en-US" altLang="zh-CN" sz="2400" dirty="0">
                <a:solidFill>
                  <a:schemeClr val="tx1"/>
                </a:solidFill>
              </a:rPr>
              <a:t>7</a:t>
            </a:r>
            <a:r>
              <a:rPr lang="zh-CN" altLang="en-US" sz="2400" dirty="0">
                <a:solidFill>
                  <a:schemeClr val="tx1"/>
                </a:solidFill>
              </a:rPr>
              <a:t>日</a:t>
            </a:r>
            <a:r>
              <a:rPr lang="en-US" altLang="zh-CN" sz="2400" dirty="0">
                <a:solidFill>
                  <a:schemeClr val="tx1"/>
                </a:solidFill>
              </a:rPr>
              <a:t>20:00</a:t>
            </a:r>
            <a:endParaRPr lang="en-US" altLang="zh-CN" sz="2400" dirty="0">
              <a:solidFill>
                <a:schemeClr val="tx1"/>
              </a:solidFill>
            </a:endParaRPr>
          </a:p>
          <a:p>
            <a:pPr marL="0" indent="0" eaLnBrk="1" hangingPunct="1">
              <a:buNone/>
            </a:pPr>
            <a:r>
              <a:rPr lang="zh-CN" altLang="en-US" sz="2400" dirty="0">
                <a:solidFill>
                  <a:schemeClr val="tx1"/>
                </a:solidFill>
              </a:rPr>
              <a:t>上传</a:t>
            </a:r>
            <a:r>
              <a:rPr lang="en-US" altLang="zh-CN" sz="2400" dirty="0">
                <a:solidFill>
                  <a:schemeClr val="tx1"/>
                </a:solidFill>
              </a:rPr>
              <a:t>MD5</a:t>
            </a:r>
            <a:r>
              <a:rPr lang="zh-CN" altLang="en-US" sz="2400" dirty="0">
                <a:solidFill>
                  <a:schemeClr val="tx1"/>
                </a:solidFill>
              </a:rPr>
              <a:t>码：</a:t>
            </a:r>
            <a:r>
              <a:rPr lang="en-US" altLang="zh-CN" sz="2400" dirty="0">
                <a:solidFill>
                  <a:schemeClr val="tx1"/>
                </a:solidFill>
              </a:rPr>
              <a:t>4</a:t>
            </a:r>
            <a:r>
              <a:rPr lang="zh-CN" altLang="en-US" sz="2400" dirty="0">
                <a:solidFill>
                  <a:schemeClr val="tx1"/>
                </a:solidFill>
              </a:rPr>
              <a:t>日</a:t>
            </a:r>
            <a:r>
              <a:rPr lang="en-US" altLang="zh-CN" sz="2400" dirty="0">
                <a:solidFill>
                  <a:schemeClr val="tx1"/>
                </a:solidFill>
              </a:rPr>
              <a:t>18:00</a:t>
            </a:r>
            <a:r>
              <a:rPr lang="zh-CN" altLang="en-US" sz="2400" dirty="0">
                <a:solidFill>
                  <a:schemeClr val="tx1"/>
                </a:solidFill>
              </a:rPr>
              <a:t> ～ </a:t>
            </a:r>
            <a:r>
              <a:rPr lang="en-US" altLang="zh-CN" sz="2400" dirty="0">
                <a:solidFill>
                  <a:schemeClr val="tx1"/>
                </a:solidFill>
              </a:rPr>
              <a:t>7</a:t>
            </a:r>
            <a:r>
              <a:rPr lang="zh-CN" altLang="en-US" sz="2400" dirty="0">
                <a:solidFill>
                  <a:schemeClr val="tx1"/>
                </a:solidFill>
              </a:rPr>
              <a:t>日</a:t>
            </a:r>
            <a:r>
              <a:rPr lang="en-US" altLang="zh-CN" sz="2400" dirty="0">
                <a:solidFill>
                  <a:schemeClr val="tx1"/>
                </a:solidFill>
              </a:rPr>
              <a:t>20:00</a:t>
            </a:r>
            <a:endParaRPr lang="en-US" altLang="zh-CN" sz="2400" dirty="0">
              <a:solidFill>
                <a:schemeClr val="tx1"/>
              </a:solidFill>
            </a:endParaRPr>
          </a:p>
          <a:p>
            <a:pPr marL="0" indent="0" eaLnBrk="1" hangingPunct="1">
              <a:buNone/>
            </a:pPr>
            <a:r>
              <a:rPr lang="zh-CN" altLang="en-US" sz="2400" dirty="0">
                <a:solidFill>
                  <a:schemeClr val="tx1"/>
                </a:solidFill>
              </a:rPr>
              <a:t>上传作品：</a:t>
            </a:r>
            <a:r>
              <a:rPr lang="en-US" altLang="zh-CN" sz="2400" dirty="0">
                <a:solidFill>
                  <a:schemeClr val="tx1"/>
                </a:solidFill>
              </a:rPr>
              <a:t>7</a:t>
            </a:r>
            <a:r>
              <a:rPr lang="zh-CN" altLang="en-US" sz="2400" dirty="0">
                <a:solidFill>
                  <a:schemeClr val="tx1"/>
                </a:solidFill>
              </a:rPr>
              <a:t>日</a:t>
            </a:r>
            <a:r>
              <a:rPr lang="en-US" altLang="zh-CN" sz="2400" dirty="0">
                <a:solidFill>
                  <a:schemeClr val="tx1"/>
                </a:solidFill>
              </a:rPr>
              <a:t>20:30</a:t>
            </a:r>
            <a:r>
              <a:rPr lang="zh-CN" altLang="en-US" sz="2400" dirty="0">
                <a:solidFill>
                  <a:schemeClr val="tx1"/>
                </a:solidFill>
              </a:rPr>
              <a:t> ～ </a:t>
            </a:r>
            <a:r>
              <a:rPr lang="en-US" altLang="zh-CN" sz="2400" dirty="0">
                <a:solidFill>
                  <a:schemeClr val="tx1"/>
                </a:solidFill>
              </a:rPr>
              <a:t>8</a:t>
            </a:r>
            <a:r>
              <a:rPr lang="zh-CN" altLang="en-US" sz="2400" dirty="0">
                <a:solidFill>
                  <a:schemeClr val="tx1"/>
                </a:solidFill>
              </a:rPr>
              <a:t>日</a:t>
            </a:r>
            <a:r>
              <a:rPr lang="en-US" altLang="zh-CN" sz="2400" dirty="0">
                <a:solidFill>
                  <a:schemeClr val="tx1"/>
                </a:solidFill>
              </a:rPr>
              <a:t>14:00     </a:t>
            </a:r>
            <a:endParaRPr lang="en-US" altLang="zh-CN" sz="2400" dirty="0">
              <a:solidFill>
                <a:schemeClr val="tx1"/>
              </a:solidFill>
            </a:endParaRPr>
          </a:p>
        </p:txBody>
      </p:sp>
      <p:sp>
        <p:nvSpPr>
          <p:cNvPr id="7" name="矩形 6"/>
          <p:cNvSpPr/>
          <p:nvPr>
            <p:custDataLst>
              <p:tags r:id="rId3"/>
            </p:custDataLst>
          </p:nvPr>
        </p:nvSpPr>
        <p:spPr>
          <a:xfrm>
            <a:off x="179512" y="4156537"/>
            <a:ext cx="6929486" cy="2214880"/>
          </a:xfrm>
          <a:prstGeom prst="rect">
            <a:avLst/>
          </a:prstGeom>
        </p:spPr>
        <p:txBody>
          <a:bodyPr wrap="square">
            <a:normAutofit fontScale="92500"/>
          </a:bodyPr>
          <a:lstStyle/>
          <a:p>
            <a:r>
              <a:rPr lang="zh-CN" altLang="en-US" sz="1800" dirty="0">
                <a:solidFill>
                  <a:schemeClr val="tx1"/>
                </a:solidFill>
                <a:latin typeface="+mn-lt"/>
                <a:ea typeface="+mn-ea"/>
              </a:rPr>
              <a:t>      </a:t>
            </a:r>
            <a:r>
              <a:rPr lang="en-US" altLang="zh-CN" sz="1800" dirty="0">
                <a:solidFill>
                  <a:schemeClr val="tx1"/>
                </a:solidFill>
                <a:latin typeface="+mn-lt"/>
                <a:ea typeface="+mn-ea"/>
              </a:rPr>
              <a:t>————————————————————————————</a:t>
            </a:r>
            <a:endParaRPr lang="en-US" altLang="zh-CN" sz="1800" dirty="0">
              <a:solidFill>
                <a:schemeClr val="tx1"/>
              </a:solidFill>
              <a:latin typeface="+mn-lt"/>
              <a:ea typeface="+mn-ea"/>
            </a:endParaRPr>
          </a:p>
          <a:p>
            <a:r>
              <a:rPr lang="zh-CN" altLang="en-US" sz="2000" dirty="0">
                <a:solidFill>
                  <a:schemeClr val="accent1">
                    <a:lumMod val="50000"/>
                    <a:hueOff val="9600000"/>
                  </a:schemeClr>
                </a:solidFill>
                <a:latin typeface="+mn-lt"/>
                <a:ea typeface="+mn-ea"/>
              </a:rPr>
              <a:t>      赛区论文评审：</a:t>
            </a:r>
            <a:r>
              <a:rPr lang="en-US" altLang="zh-CN" sz="2000" dirty="0">
                <a:solidFill>
                  <a:schemeClr val="accent1">
                    <a:lumMod val="50000"/>
                    <a:hueOff val="9600000"/>
                  </a:schemeClr>
                </a:solidFill>
                <a:latin typeface="+mn-lt"/>
                <a:ea typeface="+mn-ea"/>
              </a:rPr>
              <a:t>9</a:t>
            </a:r>
            <a:r>
              <a:rPr lang="zh-CN" altLang="en-US" sz="2000" dirty="0">
                <a:solidFill>
                  <a:schemeClr val="accent1">
                    <a:lumMod val="50000"/>
                    <a:hueOff val="9600000"/>
                  </a:schemeClr>
                </a:solidFill>
                <a:latin typeface="+mn-lt"/>
                <a:ea typeface="+mn-ea"/>
              </a:rPr>
              <a:t>月下旬</a:t>
            </a:r>
            <a:r>
              <a:rPr lang="en-US" altLang="zh-CN" sz="2000" dirty="0">
                <a:solidFill>
                  <a:schemeClr val="accent1">
                    <a:lumMod val="50000"/>
                    <a:hueOff val="9600000"/>
                  </a:schemeClr>
                </a:solidFill>
                <a:latin typeface="+mn-lt"/>
                <a:ea typeface="+mn-ea"/>
              </a:rPr>
              <a:t>10</a:t>
            </a:r>
            <a:r>
              <a:rPr lang="zh-CN" altLang="en-US" sz="2000" dirty="0">
                <a:solidFill>
                  <a:schemeClr val="accent1">
                    <a:lumMod val="50000"/>
                    <a:hueOff val="9600000"/>
                  </a:schemeClr>
                </a:solidFill>
                <a:latin typeface="+mn-lt"/>
                <a:ea typeface="+mn-ea"/>
              </a:rPr>
              <a:t>月上旬</a:t>
            </a:r>
            <a:endParaRPr lang="zh-CN" altLang="en-US" sz="2000" dirty="0">
              <a:solidFill>
                <a:schemeClr val="accent1">
                  <a:lumMod val="50000"/>
                  <a:hueOff val="9600000"/>
                </a:schemeClr>
              </a:solidFill>
              <a:latin typeface="+mn-lt"/>
              <a:ea typeface="+mn-ea"/>
            </a:endParaRPr>
          </a:p>
          <a:p>
            <a:r>
              <a:rPr lang="en-US" altLang="zh-CN" sz="2000" dirty="0">
                <a:solidFill>
                  <a:schemeClr val="accent1">
                    <a:lumMod val="50000"/>
                    <a:hueOff val="9600000"/>
                  </a:schemeClr>
                </a:solidFill>
                <a:latin typeface="+mn-lt"/>
                <a:ea typeface="+mn-ea"/>
              </a:rPr>
              <a:t>      </a:t>
            </a:r>
            <a:r>
              <a:rPr lang="zh-CN" altLang="en-US" sz="2000" dirty="0">
                <a:solidFill>
                  <a:schemeClr val="accent1">
                    <a:lumMod val="50000"/>
                    <a:hueOff val="9600000"/>
                  </a:schemeClr>
                </a:solidFill>
                <a:latin typeface="+mn-lt"/>
                <a:ea typeface="+mn-ea"/>
              </a:rPr>
              <a:t>全国论文评审：</a:t>
            </a:r>
            <a:r>
              <a:rPr lang="zh-CN" altLang="en-US" sz="2000" dirty="0">
                <a:solidFill>
                  <a:schemeClr val="tx1"/>
                </a:solidFill>
                <a:latin typeface="+mn-lt"/>
                <a:ea typeface="+mn-ea"/>
              </a:rPr>
              <a:t>（</a:t>
            </a:r>
            <a:r>
              <a:rPr lang="en-US" altLang="zh-CN" sz="2000" dirty="0">
                <a:solidFill>
                  <a:schemeClr val="accent1">
                    <a:lumMod val="50000"/>
                    <a:hueOff val="10800000"/>
                  </a:schemeClr>
                </a:solidFill>
                <a:latin typeface="+mn-lt"/>
                <a:ea typeface="+mn-ea"/>
              </a:rPr>
              <a:t>10</a:t>
            </a:r>
            <a:r>
              <a:rPr lang="zh-CN" altLang="en-US" sz="2000" dirty="0">
                <a:solidFill>
                  <a:schemeClr val="accent1">
                    <a:lumMod val="50000"/>
                    <a:hueOff val="10800000"/>
                  </a:schemeClr>
                </a:solidFill>
                <a:latin typeface="+mn-lt"/>
                <a:ea typeface="+mn-ea"/>
              </a:rPr>
              <a:t>月中下旬</a:t>
            </a:r>
            <a:r>
              <a:rPr lang="zh-CN" altLang="en-US" sz="2000" dirty="0">
                <a:solidFill>
                  <a:schemeClr val="tx1"/>
                </a:solidFill>
                <a:latin typeface="+mn-lt"/>
                <a:ea typeface="+mn-ea"/>
              </a:rPr>
              <a:t>）</a:t>
            </a:r>
            <a:endParaRPr lang="en-US" altLang="zh-CN" sz="2000" dirty="0">
              <a:solidFill>
                <a:schemeClr val="tx1"/>
              </a:solidFill>
              <a:latin typeface="+mn-lt"/>
              <a:ea typeface="+mn-ea"/>
            </a:endParaRPr>
          </a:p>
          <a:p>
            <a:r>
              <a:rPr lang="en-US" altLang="zh-CN" sz="2000" dirty="0">
                <a:solidFill>
                  <a:schemeClr val="tx1"/>
                </a:solidFill>
                <a:latin typeface="+mn-lt"/>
                <a:ea typeface="+mn-ea"/>
              </a:rPr>
              <a:t>      </a:t>
            </a:r>
            <a:r>
              <a:rPr lang="zh-CN" altLang="en-US" sz="2000" dirty="0">
                <a:solidFill>
                  <a:schemeClr val="accent1">
                    <a:lumMod val="50000"/>
                    <a:hueOff val="9600000"/>
                  </a:schemeClr>
                </a:solidFill>
                <a:latin typeface="+mn-lt"/>
                <a:ea typeface="+mn-ea"/>
              </a:rPr>
              <a:t>上海获奖公示</a:t>
            </a:r>
            <a:r>
              <a:rPr lang="en-US" altLang="zh-CN" sz="2000" dirty="0">
                <a:solidFill>
                  <a:schemeClr val="accent1">
                    <a:lumMod val="50000"/>
                    <a:hueOff val="9600000"/>
                  </a:schemeClr>
                </a:solidFill>
                <a:latin typeface="+mn-lt"/>
                <a:ea typeface="+mn-ea"/>
              </a:rPr>
              <a:t> </a:t>
            </a:r>
            <a:r>
              <a:rPr lang="zh-CN" altLang="en-US" sz="2000" dirty="0">
                <a:solidFill>
                  <a:schemeClr val="accent1">
                    <a:lumMod val="50000"/>
                    <a:hueOff val="9600000"/>
                  </a:schemeClr>
                </a:solidFill>
                <a:latin typeface="+mn-lt"/>
                <a:ea typeface="+mn-ea"/>
              </a:rPr>
              <a:t>：</a:t>
            </a:r>
            <a:r>
              <a:rPr lang="zh-CN" altLang="en-US" sz="2000" dirty="0">
                <a:solidFill>
                  <a:schemeClr val="tx1"/>
                </a:solidFill>
                <a:latin typeface="+mn-lt"/>
                <a:ea typeface="+mn-ea"/>
              </a:rPr>
              <a:t>（</a:t>
            </a:r>
            <a:r>
              <a:rPr lang="zh-CN" altLang="en-US" sz="2000" dirty="0">
                <a:solidFill>
                  <a:schemeClr val="accent1">
                    <a:lumMod val="50000"/>
                    <a:hueOff val="10800000"/>
                  </a:schemeClr>
                </a:solidFill>
                <a:latin typeface="+mn-lt"/>
                <a:ea typeface="+mn-ea"/>
              </a:rPr>
              <a:t>全国奖公示后</a:t>
            </a:r>
            <a:r>
              <a:rPr lang="zh-CN" altLang="en-US" sz="2000" dirty="0">
                <a:solidFill>
                  <a:schemeClr val="tx1"/>
                </a:solidFill>
                <a:latin typeface="+mn-lt"/>
                <a:ea typeface="+mn-ea"/>
              </a:rPr>
              <a:t>）</a:t>
            </a:r>
            <a:r>
              <a:rPr lang="en-US" altLang="zh-CN" sz="2000" dirty="0">
                <a:solidFill>
                  <a:schemeClr val="tx1"/>
                </a:solidFill>
                <a:latin typeface="+mn-lt"/>
                <a:ea typeface="+mn-ea"/>
              </a:rPr>
              <a:t>       </a:t>
            </a:r>
            <a:endParaRPr lang="en-US" altLang="zh-CN" sz="2000" dirty="0">
              <a:solidFill>
                <a:schemeClr val="tx1"/>
              </a:solidFill>
              <a:latin typeface="+mn-lt"/>
              <a:ea typeface="+mn-ea"/>
            </a:endParaRPr>
          </a:p>
          <a:p>
            <a:r>
              <a:rPr lang="en-US" altLang="zh-CN" sz="2000" dirty="0">
                <a:solidFill>
                  <a:schemeClr val="tx1"/>
                </a:solidFill>
                <a:latin typeface="+mn-lt"/>
                <a:ea typeface="+mn-ea"/>
              </a:rPr>
              <a:t>      </a:t>
            </a:r>
            <a:r>
              <a:rPr lang="zh-CN" altLang="en-US" sz="2000" dirty="0">
                <a:solidFill>
                  <a:schemeClr val="accent1">
                    <a:lumMod val="50000"/>
                    <a:hueOff val="9600000"/>
                  </a:schemeClr>
                </a:solidFill>
                <a:latin typeface="+mn-lt"/>
                <a:ea typeface="+mn-ea"/>
              </a:rPr>
              <a:t>上海赛区颁奖：</a:t>
            </a:r>
            <a:r>
              <a:rPr lang="zh-CN" altLang="en-US" sz="2000" dirty="0">
                <a:solidFill>
                  <a:schemeClr val="tx1"/>
                </a:solidFill>
                <a:latin typeface="+mn-lt"/>
                <a:ea typeface="+mn-ea"/>
              </a:rPr>
              <a:t>（</a:t>
            </a:r>
            <a:r>
              <a:rPr lang="zh-CN" altLang="en-US" sz="2000" dirty="0">
                <a:solidFill>
                  <a:schemeClr val="accent1">
                    <a:lumMod val="50000"/>
                    <a:hueOff val="10800000"/>
                  </a:schemeClr>
                </a:solidFill>
                <a:latin typeface="+mn-lt"/>
                <a:ea typeface="+mn-ea"/>
              </a:rPr>
              <a:t>十二月份</a:t>
            </a:r>
            <a:r>
              <a:rPr lang="zh-CN" altLang="en-US" sz="2000" dirty="0">
                <a:solidFill>
                  <a:schemeClr val="tx1"/>
                </a:solidFill>
                <a:latin typeface="+mn-lt"/>
                <a:ea typeface="+mn-ea"/>
              </a:rPr>
              <a:t>）</a:t>
            </a:r>
            <a:endParaRPr lang="zh-CN" altLang="en-US" sz="2000" dirty="0">
              <a:solidFill>
                <a:schemeClr val="tx1"/>
              </a:solidFill>
              <a:latin typeface="+mn-lt"/>
              <a:ea typeface="+mn-ea"/>
            </a:endParaRPr>
          </a:p>
        </p:txBody>
      </p:sp>
      <p:sp>
        <p:nvSpPr>
          <p:cNvPr id="28" name="标题 27"/>
          <p:cNvSpPr>
            <a:spLocks noGrp="1"/>
          </p:cNvSpPr>
          <p:nvPr>
            <p:ph type="title"/>
            <p:custDataLst>
              <p:tags r:id="rId4"/>
            </p:custDataLst>
          </p:nvPr>
        </p:nvSpPr>
        <p:spPr>
          <a:xfrm>
            <a:off x="365729" y="170734"/>
            <a:ext cx="8100000" cy="540000"/>
          </a:xfrm>
          <a:noFill/>
          <a:ln>
            <a:noFill/>
            <a:prstDash val="sysDash"/>
          </a:ln>
        </p:spPr>
        <p:txBody>
          <a:bodyPr vert="horz" wrap="square" lIns="91440" tIns="45720" rIns="91440" bIns="45720" rtlCol="0" anchor="ctr">
            <a:normAutofit/>
          </a:bodyPr>
          <a:lstStyle/>
          <a:p>
            <a:pPr lvl="0" algn="l">
              <a:buClrTx/>
              <a:buSzTx/>
              <a:buFontTx/>
            </a:pPr>
            <a:r>
              <a:rPr dirty="0">
                <a:solidFill>
                  <a:srgbClr val="FF0000"/>
                </a:solidFill>
                <a:sym typeface="+mn-ea"/>
              </a:rPr>
              <a:t>三、  今年时间节点</a:t>
            </a:r>
            <a:endParaRPr dirty="0">
              <a:solidFill>
                <a:srgbClr val="FF0000"/>
              </a:solidFill>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buSzTx/>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4" name="Rectangle 3"/>
          <p:cNvSpPr>
            <a:spLocks noGrp="1" noChangeArrowheads="1"/>
          </p:cNvSpPr>
          <p:nvPr>
            <p:custDataLst>
              <p:tags r:id="rId2"/>
            </p:custDataLst>
          </p:nvPr>
        </p:nvSpPr>
        <p:spPr>
          <a:xfrm>
            <a:off x="504825" y="1052513"/>
            <a:ext cx="2566977" cy="519099"/>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lvl="0" indent="0" eaLnBrk="1" hangingPunct="1">
              <a:buNone/>
              <a:defRPr/>
            </a:pPr>
            <a:r>
              <a:rPr lang="zh-CN" altLang="en-US" sz="2400" dirty="0">
                <a:solidFill>
                  <a:schemeClr val="accent1">
                    <a:lumMod val="50000"/>
                    <a:hueOff val="9600000"/>
                  </a:schemeClr>
                </a:solidFill>
              </a:rPr>
              <a:t>忽略</a:t>
            </a:r>
            <a:r>
              <a:rPr kumimoji="1" lang="zh-CN" altLang="en-US" sz="2000" b="0" i="0" u="none" strike="noStrike" kern="0" cap="none" spc="0" normalizeH="0" baseline="0" noProof="0" dirty="0">
                <a:ln>
                  <a:noFill/>
                </a:ln>
                <a:solidFill>
                  <a:schemeClr val="tx1"/>
                </a:solidFill>
                <a:effectLst/>
                <a:uLnTx/>
                <a:uFillTx/>
                <a:cs typeface="+mn-cs"/>
              </a:rPr>
              <a:t>编号专用页</a:t>
            </a:r>
            <a:endParaRPr kumimoji="1" lang="en-US" altLang="zh-CN" sz="2400" b="0" i="0" u="none" strike="noStrike" kern="0" cap="none" spc="0" normalizeH="0" baseline="0" noProof="0" dirty="0">
              <a:ln>
                <a:noFill/>
              </a:ln>
              <a:solidFill>
                <a:schemeClr val="accent1">
                  <a:lumMod val="50000"/>
                  <a:hueOff val="10800000"/>
                </a:schemeClr>
              </a:solidFill>
              <a:effectLst/>
              <a:uLnTx/>
              <a:uFillTx/>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1" lang="en-US" altLang="zh-CN" sz="2400" b="0" i="0" u="none" strike="noStrike" kern="0" cap="none" spc="0" normalizeH="0" baseline="0" noProof="0" dirty="0">
              <a:ln>
                <a:noFill/>
              </a:ln>
              <a:solidFill>
                <a:schemeClr val="accent1">
                  <a:hueOff val="9600000"/>
                </a:schemeClr>
              </a:solidFill>
              <a:effectLst/>
              <a:uLnTx/>
              <a:uFillTx/>
              <a:cs typeface="+mn-cs"/>
            </a:endParaRPr>
          </a:p>
        </p:txBody>
      </p:sp>
      <p:pic>
        <p:nvPicPr>
          <p:cNvPr id="2051" name="Picture 3"/>
          <p:cNvPicPr>
            <a:picLocks noChangeAspect="1" noChangeArrowheads="1"/>
          </p:cNvPicPr>
          <p:nvPr>
            <p:custDataLst>
              <p:tags r:id="rId3"/>
            </p:custDataLst>
          </p:nvPr>
        </p:nvPicPr>
        <p:blipFill>
          <a:blip r:embed="rId4"/>
          <a:srcRect/>
          <a:stretch>
            <a:fillRect/>
          </a:stretch>
        </p:blipFill>
        <p:spPr bwMode="auto">
          <a:xfrm>
            <a:off x="500034" y="1785926"/>
            <a:ext cx="3500462" cy="4576554"/>
          </a:xfrm>
          <a:prstGeom prst="rect">
            <a:avLst/>
          </a:prstGeom>
          <a:noFill/>
          <a:ln w="9525">
            <a:noFill/>
            <a:miter lim="800000"/>
            <a:headEnd/>
            <a:tailEnd/>
          </a:ln>
          <a:effectLst/>
        </p:spPr>
      </p:pic>
      <p:pic>
        <p:nvPicPr>
          <p:cNvPr id="12" name="Picture 4"/>
          <p:cNvPicPr>
            <a:picLocks noChangeAspect="1" noChangeArrowheads="1"/>
          </p:cNvPicPr>
          <p:nvPr>
            <p:custDataLst>
              <p:tags r:id="rId5"/>
            </p:custDataLst>
          </p:nvPr>
        </p:nvPicPr>
        <p:blipFill>
          <a:blip r:embed="rId6"/>
          <a:srcRect/>
          <a:stretch>
            <a:fillRect/>
          </a:stretch>
        </p:blipFill>
        <p:spPr bwMode="auto">
          <a:xfrm>
            <a:off x="4857752" y="1740262"/>
            <a:ext cx="3571900" cy="4606566"/>
          </a:xfrm>
          <a:prstGeom prst="rect">
            <a:avLst/>
          </a:prstGeom>
          <a:noFill/>
          <a:ln w="9525">
            <a:noFill/>
            <a:miter lim="800000"/>
            <a:headEnd/>
            <a:tailEnd/>
          </a:ln>
          <a:effectLst/>
        </p:spPr>
      </p:pic>
      <p:sp>
        <p:nvSpPr>
          <p:cNvPr id="13" name="矩形 12"/>
          <p:cNvSpPr/>
          <p:nvPr>
            <p:custDataLst>
              <p:tags r:id="rId7"/>
            </p:custDataLst>
          </p:nvPr>
        </p:nvSpPr>
        <p:spPr>
          <a:xfrm>
            <a:off x="4000496" y="857232"/>
            <a:ext cx="4857784" cy="829945"/>
          </a:xfrm>
          <a:prstGeom prst="rect">
            <a:avLst/>
          </a:prstGeom>
        </p:spPr>
        <p:txBody>
          <a:bodyPr wrap="square">
            <a:normAutofit lnSpcReduction="10000"/>
          </a:bodyPr>
          <a:lstStyle/>
          <a:p>
            <a:pPr lvl="0">
              <a:spcBef>
                <a:spcPct val="20000"/>
              </a:spcBef>
              <a:defRPr/>
            </a:pPr>
            <a:r>
              <a:rPr kumimoji="1" lang="zh-CN" altLang="en-US" kern="0" dirty="0">
                <a:solidFill>
                  <a:schemeClr val="accent1">
                    <a:lumMod val="50000"/>
                  </a:schemeClr>
                </a:solidFill>
                <a:latin typeface="+mn-lt"/>
                <a:ea typeface="+mn-ea"/>
              </a:rPr>
              <a:t>承诺书打印、签名，学校保管一年（不允许在作品中出现）</a:t>
            </a:r>
            <a:endParaRPr kumimoji="1" lang="zh-CN" altLang="en-US" kern="0" dirty="0">
              <a:solidFill>
                <a:schemeClr val="accent1">
                  <a:lumMod val="50000"/>
                </a:schemeClr>
              </a:solidFill>
              <a:latin typeface="+mn-lt"/>
              <a:ea typeface="+mn-ea"/>
            </a:endParaRPr>
          </a:p>
        </p:txBody>
      </p:sp>
      <p:sp>
        <p:nvSpPr>
          <p:cNvPr id="29" name="标题 28"/>
          <p:cNvSpPr>
            <a:spLocks noGrp="1"/>
          </p:cNvSpPr>
          <p:nvPr>
            <p:ph type="title"/>
            <p:custDataLst>
              <p:tags r:id="rId8"/>
            </p:custDataLst>
          </p:nvPr>
        </p:nvSpPr>
        <p:spPr>
          <a:xfrm>
            <a:off x="358200" y="226524"/>
            <a:ext cx="8100000" cy="540000"/>
          </a:xfrm>
          <a:noFill/>
          <a:ln>
            <a:noFill/>
            <a:prstDash val="sysDash"/>
          </a:ln>
        </p:spPr>
        <p:txBody>
          <a:bodyPr vert="horz" wrap="square" lIns="91440" tIns="45720" rIns="91440" bIns="45720" rtlCol="0" anchor="ctr">
            <a:normAutofit/>
          </a:bodyPr>
          <a:lstStyle/>
          <a:p>
            <a:pPr lvl="0" algn="l">
              <a:buClrTx/>
              <a:buSzTx/>
              <a:buFontTx/>
            </a:pPr>
            <a:r>
              <a:rPr dirty="0">
                <a:solidFill>
                  <a:srgbClr val="FF0000"/>
                </a:solidFill>
                <a:sym typeface="+mn-ea"/>
              </a:rPr>
              <a:t>四2    承诺书与编号专用页</a:t>
            </a:r>
            <a:endParaRPr dirty="0">
              <a:solidFill>
                <a:srgbClr val="FF0000"/>
              </a:solidFill>
              <a:sym typeface="+mn-ea"/>
            </a:endParaRPr>
          </a:p>
        </p:txBody>
      </p:sp>
      <p:sp>
        <p:nvSpPr>
          <p:cNvPr id="3" name="文本框 2"/>
          <p:cNvSpPr txBox="1"/>
          <p:nvPr/>
        </p:nvSpPr>
        <p:spPr>
          <a:xfrm>
            <a:off x="4926330" y="6453505"/>
            <a:ext cx="3753485" cy="368300"/>
          </a:xfrm>
          <a:prstGeom prst="rect">
            <a:avLst/>
          </a:prstGeom>
          <a:noFill/>
          <a:ln>
            <a:solidFill>
              <a:schemeClr val="accent1"/>
            </a:solidFill>
          </a:ln>
        </p:spPr>
        <p:txBody>
          <a:bodyPr wrap="square" rtlCol="0">
            <a:spAutoFit/>
          </a:bodyPr>
          <a:p>
            <a:r>
              <a:rPr lang="zh-CN" altLang="en-US" sz="1800" b="1">
                <a:solidFill>
                  <a:srgbClr val="FF0000"/>
                </a:solidFill>
                <a:sym typeface="+mn-ea"/>
              </a:rPr>
              <a:t>分离承诺书和作品</a:t>
            </a:r>
            <a:r>
              <a:rPr lang="zh-CN" altLang="en-US" sz="1800" b="1">
                <a:solidFill>
                  <a:srgbClr val="FF0000"/>
                </a:solidFill>
                <a:sym typeface="+mn-ea"/>
              </a:rPr>
              <a:t>提交两个</a:t>
            </a:r>
            <a:r>
              <a:rPr lang="zh-CN" altLang="en-US" sz="1800" b="1">
                <a:solidFill>
                  <a:srgbClr val="FF0000"/>
                </a:solidFill>
                <a:sym typeface="+mn-ea"/>
              </a:rPr>
              <a:t>流程</a:t>
            </a:r>
            <a:endParaRPr lang="zh-CN" altLang="en-US" sz="1800" b="1">
              <a:solidFill>
                <a:srgbClr val="FF0000"/>
              </a:solidFill>
              <a:sym typeface="+mn-ea"/>
            </a:endParaRPr>
          </a:p>
        </p:txBody>
      </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pic>
        <p:nvPicPr>
          <p:cNvPr id="18439" name="Picture 11"/>
          <p:cNvPicPr>
            <a:picLocks noChangeAspect="1"/>
          </p:cNvPicPr>
          <p:nvPr>
            <p:custDataLst>
              <p:tags r:id="rId2"/>
            </p:custDataLst>
          </p:nvPr>
        </p:nvPicPr>
        <p:blipFill>
          <a:blip r:embed="rId3"/>
          <a:stretch>
            <a:fillRect/>
          </a:stretch>
        </p:blipFill>
        <p:spPr>
          <a:xfrm>
            <a:off x="777875" y="2349500"/>
            <a:ext cx="7696200" cy="2879725"/>
          </a:xfrm>
          <a:prstGeom prst="rect">
            <a:avLst/>
          </a:prstGeom>
          <a:noFill/>
          <a:ln w="9525">
            <a:noFill/>
          </a:ln>
        </p:spPr>
      </p:pic>
      <p:sp>
        <p:nvSpPr>
          <p:cNvPr id="16" name="标题 15"/>
          <p:cNvSpPr>
            <a:spLocks noGrp="1"/>
          </p:cNvSpPr>
          <p:nvPr>
            <p:ph type="title"/>
            <p:custDataLst>
              <p:tags r:id="rId4"/>
            </p:custDataLst>
          </p:nvPr>
        </p:nvSpPr>
        <p:spPr>
          <a:xfrm>
            <a:off x="467544" y="260648"/>
            <a:ext cx="8100000" cy="540000"/>
          </a:xfrm>
          <a:noFill/>
          <a:ln>
            <a:noFill/>
            <a:prstDash val="sysDash"/>
          </a:ln>
        </p:spPr>
        <p:txBody>
          <a:bodyPr vert="horz" wrap="square" lIns="91440" tIns="45720" rIns="91440" bIns="45720" rtlCol="0" anchor="ctr">
            <a:normAutofit/>
          </a:bodyPr>
          <a:lstStyle/>
          <a:p>
            <a:pPr lvl="0" algn="l">
              <a:buClrTx/>
              <a:buSzTx/>
              <a:buFontTx/>
            </a:pPr>
            <a:r>
              <a:rPr>
                <a:sym typeface="+mn-ea"/>
              </a:rPr>
              <a:t>五1、参赛队编号（ 12位）解读</a:t>
            </a:r>
            <a:endParaRPr>
              <a:sym typeface="+mn-ea"/>
            </a:endParaRPr>
          </a:p>
        </p:txBody>
      </p:sp>
      <p:sp>
        <p:nvSpPr>
          <p:cNvPr id="2" name="文本框 1"/>
          <p:cNvSpPr txBox="1"/>
          <p:nvPr/>
        </p:nvSpPr>
        <p:spPr>
          <a:xfrm>
            <a:off x="1317625" y="1484630"/>
            <a:ext cx="6508115" cy="953135"/>
          </a:xfrm>
          <a:prstGeom prst="rect">
            <a:avLst/>
          </a:prstGeom>
          <a:noFill/>
        </p:spPr>
        <p:txBody>
          <a:bodyPr wrap="square" rtlCol="0" anchor="t">
            <a:spAutoFit/>
          </a:bodyPr>
          <a:p>
            <a:pPr>
              <a:lnSpc>
                <a:spcPct val="200000"/>
              </a:lnSpc>
              <a:buFont typeface="Wingdings" panose="05000000000000000000" pitchFamily="2" charset="2"/>
              <a:buChar char="u"/>
            </a:pPr>
            <a:r>
              <a:rPr lang="zh-CN" altLang="en-US" sz="2800" dirty="0">
                <a:cs typeface="Times New Roman" panose="02020603050405020304" pitchFamily="18" charset="0"/>
                <a:sym typeface="+mn-ea"/>
              </a:rPr>
              <a:t>参赛队编号说明：</a:t>
            </a:r>
            <a:r>
              <a:rPr lang="en-US" altLang="zh-CN" sz="2800" dirty="0">
                <a:cs typeface="Times New Roman" panose="02020603050405020304" pitchFamily="18" charset="0"/>
                <a:sym typeface="+mn-ea"/>
              </a:rPr>
              <a:t>202509004XXX</a:t>
            </a:r>
            <a:endParaRPr lang="en-US" altLang="zh-CN" sz="2800" dirty="0">
              <a:cs typeface="Times New Roman" panose="02020603050405020304" pitchFamily="18" charset="0"/>
              <a:sym typeface="+mn-ea"/>
            </a:endParaRPr>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buSzTx/>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3" name="Rectangle 3"/>
          <p:cNvSpPr>
            <a:spLocks noGrp="1" noChangeArrowheads="1"/>
          </p:cNvSpPr>
          <p:nvPr>
            <p:custDataLst>
              <p:tags r:id="rId2"/>
            </p:custDataLst>
          </p:nvPr>
        </p:nvSpPr>
        <p:spPr>
          <a:xfrm>
            <a:off x="379618" y="986632"/>
            <a:ext cx="8170863" cy="5106664"/>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marR="0" lvl="0" indent="0" algn="l" defTabSz="914400" rtl="0" eaLnBrk="1" fontAlgn="base" latinLnBrk="0" hangingPunct="1">
              <a:lnSpc>
                <a:spcPct val="100000"/>
              </a:lnSpc>
              <a:spcBef>
                <a:spcPct val="20000"/>
              </a:spcBef>
              <a:spcAft>
                <a:spcPct val="0"/>
              </a:spcAft>
              <a:buClrTx/>
              <a:buSzTx/>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：参赛作品指</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参赛论文、支撑材料</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2</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客户端对作品的命名不做要求，</a:t>
            </a:r>
            <a:endParaRPr kumimoji="1" lang="en-US" altLang="zh-CN" sz="2400" b="0" i="0" u="none" strike="noStrike" kern="0" cap="none" spc="0" normalizeH="0" baseline="0" noProof="0" dirty="0">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      论文</a:t>
            </a:r>
            <a:r>
              <a:rPr kumimoji="1" lang="zh-CN" altLang="zh-CN" sz="2400" b="0" i="0" u="none" strike="noStrike" kern="0" cap="none" spc="0" normalizeH="0" baseline="0" noProof="0" dirty="0">
                <a:ln>
                  <a:noFill/>
                </a:ln>
                <a:solidFill>
                  <a:schemeClr val="tx1"/>
                </a:solidFill>
                <a:effectLst/>
                <a:uLnTx/>
                <a:uFillTx/>
                <a:latin typeface="+mn-lt"/>
                <a:ea typeface="+mn-ea"/>
                <a:cs typeface="+mn-cs"/>
                <a:sym typeface="+mn-ea"/>
              </a:rPr>
              <a:t>提交后，系统依据报名信息</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自动</a:t>
            </a:r>
            <a:r>
              <a:rPr kumimoji="1" lang="zh-CN" altLang="zh-CN" sz="2400" b="0" i="0" u="none" strike="noStrike" kern="0" cap="none" spc="0" normalizeH="0" baseline="0" noProof="0" dirty="0">
                <a:ln>
                  <a:noFill/>
                </a:ln>
                <a:solidFill>
                  <a:schemeClr val="tx1"/>
                </a:solidFill>
                <a:effectLst/>
                <a:uLnTx/>
                <a:uFillTx/>
                <a:latin typeface="+mn-lt"/>
                <a:ea typeface="+mn-ea"/>
                <a:cs typeface="+mn-cs"/>
                <a:sym typeface="+mn-ea"/>
              </a:rPr>
              <a:t>对文件重新命名</a:t>
            </a:r>
            <a:endParaRPr kumimoji="1" lang="en-US" altLang="zh-CN" sz="2400" b="0" i="0" u="none" strike="noStrike" kern="0" cap="none" spc="0" normalizeH="0" baseline="0" noProof="0" dirty="0">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None/>
              <a:defRPr/>
            </a:pPr>
            <a:r>
              <a:rPr lang="zh-CN" altLang="en-US" sz="2400" dirty="0">
                <a:solidFill>
                  <a:schemeClr val="tx1"/>
                </a:solidFill>
                <a:sym typeface="+mn-ea"/>
              </a:rPr>
              <a:t>      </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可延续赛区往年约定</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参赛论文命名“校内编号</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.PDF</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如  </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038.PDF</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支撑材料命名“校内编号</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.RAR</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如  </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038.RAR</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None/>
              <a:defRPr/>
            </a:pPr>
            <a:r>
              <a:rPr lang="zh-CN" altLang="en-US" sz="2400" b="1" dirty="0">
                <a:solidFill>
                  <a:schemeClr val="tx1"/>
                </a:solidFill>
                <a:sym typeface="+mn-ea"/>
              </a:rPr>
              <a:t>强调</a:t>
            </a:r>
            <a:r>
              <a:rPr kumimoji="1" lang="zh-CN" altLang="en-US" sz="2400" b="1" i="0" u="none" strike="noStrike" kern="0" cap="none" spc="0" normalizeH="0" baseline="0" noProof="0" dirty="0">
                <a:ln>
                  <a:noFill/>
                </a:ln>
                <a:solidFill>
                  <a:schemeClr val="tx1"/>
                </a:solidFill>
                <a:effectLst/>
                <a:uLnTx/>
                <a:uFillTx/>
                <a:latin typeface="+mn-lt"/>
                <a:ea typeface="+mn-ea"/>
                <a:cs typeface="+mn-cs"/>
                <a:sym typeface="+mn-ea"/>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sym typeface="+mn-ea"/>
              </a:rPr>
              <a:t>1</a:t>
            </a:r>
            <a:r>
              <a:rPr kumimoji="1" lang="zh-CN" altLang="en-US" sz="2400" b="1" i="0" u="none" strike="noStrike" kern="0" cap="none" spc="0" normalizeH="0" baseline="0" noProof="0" dirty="0">
                <a:ln>
                  <a:noFill/>
                </a:ln>
                <a:solidFill>
                  <a:schemeClr val="tx1"/>
                </a:solidFill>
                <a:effectLst/>
                <a:uLnTx/>
                <a:uFillTx/>
                <a:latin typeface="+mn-lt"/>
                <a:ea typeface="+mn-ea"/>
                <a:cs typeface="+mn-cs"/>
                <a:sym typeface="+mn-ea"/>
              </a:rPr>
              <a:t>）</a:t>
            </a:r>
            <a:r>
              <a:rPr lang="zh-CN" altLang="en-US" sz="2400" dirty="0">
                <a:solidFill>
                  <a:schemeClr val="tx1"/>
                </a:solidFill>
                <a:sym typeface="+mn-ea"/>
              </a:rPr>
              <a:t>作品</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中</a:t>
            </a:r>
            <a:r>
              <a:rPr kumimoji="1" lang="zh-CN" altLang="zh-CN" sz="2400" b="0" i="0" u="none" strike="noStrike" kern="0" cap="none" spc="0" normalizeH="0" baseline="0" noProof="0" dirty="0">
                <a:ln>
                  <a:noFill/>
                </a:ln>
                <a:solidFill>
                  <a:srgbClr val="FF0000"/>
                </a:solidFill>
                <a:effectLst/>
                <a:uLnTx/>
                <a:uFillTx/>
                <a:latin typeface="+mn-lt"/>
                <a:ea typeface="+mn-ea"/>
                <a:cs typeface="+mn-cs"/>
                <a:sym typeface="+mn-ea"/>
              </a:rPr>
              <a:t>不得出现参赛队的任何信息</a:t>
            </a:r>
            <a:endParaRPr kumimoji="1" lang="zh-CN" altLang="zh-CN" sz="2400" b="0" i="0" u="none" strike="noStrike" kern="0" cap="none" spc="0" normalizeH="0" baseline="0" noProof="0" dirty="0">
              <a:ln>
                <a:noFill/>
              </a:ln>
              <a:solidFill>
                <a:srgbClr val="FF0000"/>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None/>
              <a:defRPr/>
            </a:pPr>
            <a:r>
              <a:rPr lang="zh-CN" altLang="en-US" sz="2400" b="1" dirty="0">
                <a:solidFill>
                  <a:schemeClr val="tx1"/>
                </a:solidFill>
                <a:sym typeface="+mn-ea"/>
              </a:rPr>
              <a:t>          </a:t>
            </a:r>
            <a:r>
              <a:rPr lang="en-US" altLang="zh-CN" sz="2400" b="1" dirty="0">
                <a:solidFill>
                  <a:schemeClr val="tx1"/>
                </a:solidFill>
                <a:sym typeface="+mn-ea"/>
              </a:rPr>
              <a:t>2</a:t>
            </a:r>
            <a:r>
              <a:rPr kumimoji="1" lang="zh-CN" altLang="en-US" sz="2400" b="1" i="0" u="none" strike="noStrike" kern="0" cap="none" spc="0" normalizeH="0" baseline="0" noProof="0" dirty="0">
                <a:ln>
                  <a:noFill/>
                </a:ln>
                <a:solidFill>
                  <a:schemeClr val="tx1"/>
                </a:solidFill>
                <a:effectLst/>
                <a:uLnTx/>
                <a:uFillTx/>
                <a:latin typeface="+mn-lt"/>
                <a:ea typeface="+mn-ea"/>
                <a:cs typeface="+mn-cs"/>
                <a:sym typeface="+mn-ea"/>
              </a:rPr>
              <a:t>）</a:t>
            </a:r>
            <a:r>
              <a:rPr kumimoji="1" lang="zh-CN" altLang="zh-CN" sz="2400" b="0" i="0" u="none" strike="noStrike" kern="0" cap="none" spc="0" normalizeH="0" baseline="0" noProof="0" dirty="0">
                <a:ln>
                  <a:noFill/>
                </a:ln>
                <a:solidFill>
                  <a:schemeClr val="tx1"/>
                </a:solidFill>
                <a:effectLst/>
                <a:uLnTx/>
                <a:uFillTx/>
                <a:latin typeface="+mn-lt"/>
                <a:ea typeface="+mn-ea"/>
                <a:cs typeface="+mn-cs"/>
                <a:sym typeface="+mn-ea"/>
              </a:rPr>
              <a:t>源程序应作为附录放入参赛论文之后</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sym typeface="+mn-ea"/>
              </a:rPr>
              <a:t>          </a:t>
            </a:r>
            <a:r>
              <a:rPr lang="en-US" altLang="zh-CN" sz="2400" b="1" dirty="0">
                <a:solidFill>
                  <a:schemeClr val="tx1"/>
                </a:solidFill>
                <a:sym typeface="+mn-ea"/>
              </a:rPr>
              <a:t>3</a:t>
            </a:r>
            <a:r>
              <a:rPr kumimoji="1" lang="zh-CN" altLang="en-US" sz="2400" b="1" i="0" u="none" strike="noStrike" kern="0" cap="none" spc="0" normalizeH="0" baseline="0" noProof="0" dirty="0">
                <a:ln>
                  <a:noFill/>
                </a:ln>
                <a:solidFill>
                  <a:schemeClr val="tx1"/>
                </a:solidFill>
                <a:effectLst/>
                <a:uLnTx/>
                <a:uFillTx/>
                <a:latin typeface="+mn-lt"/>
                <a:ea typeface="+mn-ea"/>
                <a:cs typeface="+mn-cs"/>
                <a:sym typeface="+mn-ea"/>
              </a:rPr>
              <a:t>）</a:t>
            </a:r>
            <a:r>
              <a:rPr kumimoji="1" lang="zh-CN" altLang="zh-CN" sz="2400" b="0" i="0" u="none" strike="noStrike" kern="0" cap="none" spc="0" normalizeH="0" baseline="0" noProof="0" dirty="0">
                <a:ln>
                  <a:noFill/>
                </a:ln>
                <a:solidFill>
                  <a:schemeClr val="tx1"/>
                </a:solidFill>
                <a:effectLst/>
                <a:uLnTx/>
                <a:uFillTx/>
                <a:latin typeface="+mn-lt"/>
                <a:ea typeface="+mn-ea"/>
                <a:cs typeface="+mn-cs"/>
                <a:sym typeface="+mn-ea"/>
              </a:rPr>
              <a:t>源程序</a:t>
            </a:r>
            <a:r>
              <a:rPr kumimoji="1" lang="zh-CN" altLang="en-US" sz="2400" b="0" i="0" u="none" strike="noStrike" kern="0" cap="none" spc="0" normalizeH="0" baseline="0" noProof="0" dirty="0">
                <a:ln>
                  <a:noFill/>
                </a:ln>
                <a:solidFill>
                  <a:schemeClr val="tx1"/>
                </a:solidFill>
                <a:effectLst/>
                <a:uLnTx/>
                <a:uFillTx/>
                <a:latin typeface="+mn-lt"/>
                <a:ea typeface="+mn-ea"/>
                <a:cs typeface="+mn-cs"/>
                <a:sym typeface="+mn-ea"/>
              </a:rPr>
              <a:t>还</a:t>
            </a:r>
            <a:r>
              <a:rPr kumimoji="1" lang="zh-CN" altLang="zh-CN" sz="2400" b="0" i="0" u="none" strike="noStrike" kern="0" cap="none" spc="0" normalizeH="0" baseline="0" noProof="0" dirty="0">
                <a:ln>
                  <a:noFill/>
                </a:ln>
                <a:solidFill>
                  <a:schemeClr val="tx1"/>
                </a:solidFill>
                <a:effectLst/>
                <a:uLnTx/>
                <a:uFillTx/>
                <a:latin typeface="+mn-lt"/>
                <a:ea typeface="+mn-ea"/>
                <a:cs typeface="+mn-cs"/>
                <a:sym typeface="+mn-ea"/>
              </a:rPr>
              <a:t>应放入支撑材料中。</a:t>
            </a:r>
            <a:endParaRPr kumimoji="1" lang="en-US" altLang="zh-CN" sz="2400" b="0" i="0" u="none" strike="noStrike" kern="0" cap="none" spc="0" normalizeH="0" baseline="0" noProof="0" dirty="0">
              <a:ln>
                <a:noFill/>
              </a:ln>
              <a:solidFill>
                <a:schemeClr val="tx1"/>
              </a:solidFill>
              <a:effectLst/>
              <a:uLnTx/>
              <a:uFillTx/>
              <a:latin typeface="+mn-lt"/>
              <a:ea typeface="+mn-ea"/>
              <a:cs typeface="+mn-cs"/>
              <a:sym typeface="+mn-ea"/>
            </a:endParaRPr>
          </a:p>
          <a:p>
            <a:pPr marL="0" marR="0" lvl="0" indent="0" algn="l" defTabSz="914400" rtl="0" eaLnBrk="0" fontAlgn="base" latinLnBrk="0" hangingPunct="0">
              <a:lnSpc>
                <a:spcPct val="100000"/>
              </a:lnSpc>
              <a:spcBef>
                <a:spcPct val="20000"/>
              </a:spcBef>
              <a:spcAft>
                <a:spcPct val="0"/>
              </a:spcAft>
              <a:buClrTx/>
              <a:buSzTx/>
              <a:buNone/>
              <a:defRPr/>
            </a:pPr>
            <a:r>
              <a:rPr lang="en-US" altLang="zh-CN" sz="2400" kern="0" dirty="0">
                <a:sym typeface="+mn-ea"/>
              </a:rPr>
              <a:t>          </a:t>
            </a:r>
            <a:r>
              <a:rPr lang="en-US" altLang="zh-CN" sz="2400" b="1" dirty="0">
                <a:sym typeface="+mn-ea"/>
              </a:rPr>
              <a:t>4</a:t>
            </a:r>
            <a:r>
              <a:rPr lang="zh-CN" altLang="en-US" sz="2400" b="1" dirty="0">
                <a:sym typeface="+mn-ea"/>
              </a:rPr>
              <a:t>）</a:t>
            </a:r>
            <a:r>
              <a:rPr lang="zh-CN" altLang="en-US" sz="2400" b="1" dirty="0">
                <a:solidFill>
                  <a:srgbClr val="FF0000"/>
                </a:solidFill>
                <a:sym typeface="+mn-ea"/>
              </a:rPr>
              <a:t>关于</a:t>
            </a:r>
            <a:r>
              <a:rPr lang="en-US" altLang="zh-CN" sz="2400" b="1" dirty="0">
                <a:solidFill>
                  <a:srgbClr val="FF0000"/>
                </a:solidFill>
                <a:sym typeface="+mn-ea"/>
              </a:rPr>
              <a:t>AI</a:t>
            </a:r>
            <a:r>
              <a:rPr lang="zh-CN" altLang="en-US" sz="2400" b="1" dirty="0">
                <a:solidFill>
                  <a:srgbClr val="FF0000"/>
                </a:solidFill>
                <a:sym typeface="+mn-ea"/>
              </a:rPr>
              <a:t>使用的说明放到支撑材料中</a:t>
            </a:r>
            <a:r>
              <a:rPr lang="zh-CN" altLang="en-US" sz="2400" b="1" dirty="0">
                <a:sym typeface="+mn-ea"/>
              </a:rPr>
              <a:t>。</a:t>
            </a:r>
            <a:endParaRPr lang="zh-CN" altLang="zh-CN" sz="2400" b="1" dirty="0">
              <a:sym typeface="+mn-ea"/>
            </a:endParaRPr>
          </a:p>
        </p:txBody>
      </p:sp>
      <p:sp>
        <p:nvSpPr>
          <p:cNvPr id="28" name="标题 27"/>
          <p:cNvSpPr>
            <a:spLocks noGrp="1"/>
          </p:cNvSpPr>
          <p:nvPr>
            <p:ph type="title"/>
            <p:custDataLst>
              <p:tags r:id="rId3"/>
            </p:custDataLst>
          </p:nvPr>
        </p:nvSpPr>
        <p:spPr>
          <a:xfrm>
            <a:off x="395536" y="215657"/>
            <a:ext cx="8100000" cy="540000"/>
          </a:xfrm>
          <a:noFill/>
          <a:ln>
            <a:noFill/>
            <a:prstDash val="sysDash"/>
          </a:ln>
        </p:spPr>
        <p:txBody>
          <a:bodyPr vert="horz" wrap="square" lIns="91440" tIns="45720" rIns="91440" bIns="45720" rtlCol="0" anchor="ctr">
            <a:normAutofit/>
          </a:bodyPr>
          <a:lstStyle/>
          <a:p>
            <a:pPr lvl="0" algn="l">
              <a:buClrTx/>
              <a:buSzTx/>
              <a:buFontTx/>
            </a:pPr>
            <a:r>
              <a:rPr dirty="0">
                <a:sym typeface="+mn-ea"/>
              </a:rPr>
              <a:t>五2、作品命名</a:t>
            </a:r>
            <a:endParaRPr dirty="0">
              <a:sym typeface="+mn-ea"/>
            </a:endParaRPr>
          </a:p>
        </p:txBody>
      </p:sp>
      <p:sp>
        <p:nvSpPr>
          <p:cNvPr id="3" name="文本框 2"/>
          <p:cNvSpPr txBox="1"/>
          <p:nvPr/>
        </p:nvSpPr>
        <p:spPr>
          <a:xfrm>
            <a:off x="683895" y="6489700"/>
            <a:ext cx="7916545" cy="368300"/>
          </a:xfrm>
          <a:prstGeom prst="rect">
            <a:avLst/>
          </a:prstGeom>
          <a:noFill/>
          <a:ln>
            <a:solidFill>
              <a:schemeClr val="accent1"/>
            </a:solidFill>
          </a:ln>
        </p:spPr>
        <p:txBody>
          <a:bodyPr wrap="square" rtlCol="0">
            <a:spAutoFit/>
          </a:bodyPr>
          <a:p>
            <a:r>
              <a:rPr lang="zh-CN" altLang="en-US" sz="1800" b="1">
                <a:solidFill>
                  <a:srgbClr val="FF0000"/>
                </a:solidFill>
                <a:sym typeface="+mn-ea"/>
              </a:rPr>
              <a:t>建议在支撑材料压缩包中的文件名为校内编号，以免造成出现队员</a:t>
            </a:r>
            <a:r>
              <a:rPr lang="zh-CN" altLang="en-US" sz="1800" b="1">
                <a:solidFill>
                  <a:srgbClr val="FF0000"/>
                </a:solidFill>
                <a:sym typeface="+mn-ea"/>
              </a:rPr>
              <a:t>名字</a:t>
            </a:r>
            <a:endParaRPr lang="zh-CN" altLang="en-US" sz="1800" b="1">
              <a:solidFill>
                <a:srgbClr val="FF0000"/>
              </a:solidFill>
              <a:sym typeface="+mn-ea"/>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标题 27"/>
          <p:cNvSpPr>
            <a:spLocks noGrp="1"/>
          </p:cNvSpPr>
          <p:nvPr>
            <p:ph type="title"/>
            <p:custDataLst>
              <p:tags r:id="rId1"/>
            </p:custDataLst>
          </p:nvPr>
        </p:nvSpPr>
        <p:spPr>
          <a:xfrm>
            <a:off x="395536" y="215657"/>
            <a:ext cx="8100000" cy="540000"/>
          </a:xfrm>
          <a:noFill/>
          <a:ln>
            <a:noFill/>
            <a:prstDash val="sysDash"/>
          </a:ln>
        </p:spPr>
        <p:txBody>
          <a:bodyPr vert="horz" wrap="square" lIns="91440" tIns="45720" rIns="91440" bIns="45720" rtlCol="0" anchor="ctr">
            <a:normAutofit/>
          </a:bodyPr>
          <a:p>
            <a:pPr lvl="0" algn="l">
              <a:buClrTx/>
              <a:buSzTx/>
              <a:buFontTx/>
            </a:pPr>
            <a:r>
              <a:rPr dirty="0">
                <a:sym typeface="+mn-ea"/>
              </a:rPr>
              <a:t>五2、作品命名</a:t>
            </a:r>
            <a:endParaRPr dirty="0">
              <a:sym typeface="+mn-ea"/>
            </a:endParaRPr>
          </a:p>
        </p:txBody>
      </p:sp>
      <p:grpSp>
        <p:nvGrpSpPr>
          <p:cNvPr id="9" name="组合 8"/>
          <p:cNvGrpSpPr/>
          <p:nvPr/>
        </p:nvGrpSpPr>
        <p:grpSpPr>
          <a:xfrm>
            <a:off x="3825875" y="600710"/>
            <a:ext cx="4301490" cy="5810250"/>
            <a:chOff x="10499" y="604"/>
            <a:chExt cx="6774" cy="9150"/>
          </a:xfrm>
          <a:effectLst>
            <a:outerShdw blurRad="63500" sx="102000" sy="102000" algn="ctr" rotWithShape="0">
              <a:prstClr val="black">
                <a:alpha val="40000"/>
              </a:prstClr>
            </a:outerShdw>
          </a:effectLst>
        </p:grpSpPr>
        <p:pic>
          <p:nvPicPr>
            <p:cNvPr id="10" name="图片 9"/>
            <p:cNvPicPr>
              <a:picLocks noChangeAspect="1"/>
            </p:cNvPicPr>
            <p:nvPr/>
          </p:nvPicPr>
          <p:blipFill>
            <a:blip r:embed="rId2"/>
            <a:stretch>
              <a:fillRect/>
            </a:stretch>
          </p:blipFill>
          <p:spPr>
            <a:xfrm>
              <a:off x="10653" y="604"/>
              <a:ext cx="6620" cy="9150"/>
            </a:xfrm>
            <a:prstGeom prst="rect">
              <a:avLst/>
            </a:prstGeom>
          </p:spPr>
        </p:pic>
        <p:sp>
          <p:nvSpPr>
            <p:cNvPr id="11" name="椭圆 10"/>
            <p:cNvSpPr/>
            <p:nvPr/>
          </p:nvSpPr>
          <p:spPr>
            <a:xfrm>
              <a:off x="12916" y="946"/>
              <a:ext cx="1348" cy="718"/>
            </a:xfrm>
            <a:prstGeom prst="ellipse">
              <a:avLst/>
            </a:prstGeom>
            <a:noFill/>
            <a:ln w="381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右箭头 11"/>
            <p:cNvSpPr/>
            <p:nvPr/>
          </p:nvSpPr>
          <p:spPr>
            <a:xfrm rot="2700000">
              <a:off x="9972" y="7654"/>
              <a:ext cx="1509" cy="454"/>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 name="文本框 2"/>
          <p:cNvSpPr txBox="1"/>
          <p:nvPr/>
        </p:nvSpPr>
        <p:spPr>
          <a:xfrm>
            <a:off x="467360" y="3501390"/>
            <a:ext cx="3158490" cy="1517015"/>
          </a:xfrm>
          <a:prstGeom prst="rect">
            <a:avLst/>
          </a:prstGeom>
          <a:noFill/>
          <a:ln>
            <a:solidFill>
              <a:schemeClr val="accent1"/>
            </a:solidFill>
          </a:ln>
        </p:spPr>
        <p:txBody>
          <a:bodyPr wrap="square" rtlCol="0">
            <a:noAutofit/>
          </a:bodyPr>
          <a:p>
            <a:r>
              <a:rPr lang="zh-CN" altLang="en-US" sz="1800" b="1">
                <a:solidFill>
                  <a:srgbClr val="FF0000"/>
                </a:solidFill>
                <a:sym typeface="+mn-ea"/>
              </a:rPr>
              <a:t>今年组委会的建议：</a:t>
            </a:r>
            <a:endParaRPr lang="zh-CN" altLang="en-US" sz="1800" b="1">
              <a:solidFill>
                <a:srgbClr val="FF0000"/>
              </a:solidFill>
              <a:sym typeface="+mn-ea"/>
            </a:endParaRPr>
          </a:p>
          <a:p>
            <a:r>
              <a:rPr lang="zh-CN" altLang="en-US" sz="1800" b="1">
                <a:solidFill>
                  <a:srgbClr val="FF0000"/>
                </a:solidFill>
                <a:sym typeface="+mn-ea"/>
              </a:rPr>
              <a:t>进行提交、压缩之前，查阅每个文件的文件属性，去除个人</a:t>
            </a:r>
            <a:r>
              <a:rPr lang="zh-CN" altLang="en-US" sz="1800" b="1">
                <a:solidFill>
                  <a:srgbClr val="FF0000"/>
                </a:solidFill>
                <a:sym typeface="+mn-ea"/>
              </a:rPr>
              <a:t>信息</a:t>
            </a:r>
            <a:endParaRPr lang="zh-CN" altLang="en-US" sz="1800" b="1">
              <a:solidFill>
                <a:srgbClr val="FF0000"/>
              </a:solidFill>
              <a:sym typeface="+mn-ea"/>
            </a:endParaRPr>
          </a:p>
        </p:txBody>
      </p:sp>
      <p:cxnSp>
        <p:nvCxnSpPr>
          <p:cNvPr id="4" name="直接箭头连接符 3"/>
          <p:cNvCxnSpPr/>
          <p:nvPr/>
        </p:nvCxnSpPr>
        <p:spPr>
          <a:xfrm flipV="1">
            <a:off x="2001520" y="2277110"/>
            <a:ext cx="3434715" cy="26606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2" name="Rectangle 3"/>
          <p:cNvSpPr>
            <a:spLocks noGrp="1"/>
          </p:cNvSpPr>
          <p:nvPr>
            <p:custDataLst>
              <p:tags r:id="rId2"/>
            </p:custDataLst>
          </p:nvPr>
        </p:nvSpPr>
        <p:spPr>
          <a:xfrm>
            <a:off x="340489" y="1185608"/>
            <a:ext cx="8462962" cy="5113342"/>
          </a:xfrm>
          <a:prstGeom prst="rect">
            <a:avLst/>
          </a:prstGeom>
          <a:noFill/>
          <a:ln w="9525">
            <a:noFill/>
          </a:ln>
        </p:spPr>
        <p:txBody>
          <a:bodyPr vert="horz" wrap="square" lIns="91440" tIns="45720" rIns="91440" bIns="45720" anchor="t" anchorCtr="0">
            <a:norm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fontAlgn="base" hangingPunct="1">
              <a:buNone/>
            </a:pPr>
            <a:r>
              <a:rPr lang="zh-CN" altLang="en-US" sz="2800" strike="noStrike" noProof="1">
                <a:solidFill>
                  <a:schemeClr val="tx1"/>
                </a:solidFill>
              </a:rPr>
              <a:t>学生自主向客户端提交</a:t>
            </a:r>
            <a:r>
              <a:rPr lang="en-US" altLang="zh-CN" sz="2800" strike="noStrike" noProof="1">
                <a:solidFill>
                  <a:schemeClr val="tx1"/>
                </a:solidFill>
              </a:rPr>
              <a:t>4</a:t>
            </a:r>
            <a:r>
              <a:rPr lang="zh-CN" altLang="en-US" sz="2800" strike="noStrike" noProof="1">
                <a:solidFill>
                  <a:schemeClr val="tx1"/>
                </a:solidFill>
              </a:rPr>
              <a:t>样材料：</a:t>
            </a:r>
            <a:endParaRPr lang="en-US" altLang="zh-CN" sz="2800" strike="noStrike" noProof="1">
              <a:solidFill>
                <a:schemeClr val="tx1"/>
              </a:solidFill>
            </a:endParaRPr>
          </a:p>
          <a:p>
            <a:pPr marL="0" indent="0" eaLnBrk="1" hangingPunct="1">
              <a:buNone/>
            </a:pPr>
            <a:r>
              <a:rPr lang="zh-CN" altLang="en-US" sz="2800" noProof="1">
                <a:solidFill>
                  <a:schemeClr val="tx1"/>
                </a:solidFill>
              </a:rPr>
              <a:t>        二个</a:t>
            </a:r>
            <a:r>
              <a:rPr lang="en-US" altLang="zh-CN" sz="2800" noProof="1">
                <a:solidFill>
                  <a:schemeClr val="tx1"/>
                </a:solidFill>
              </a:rPr>
              <a:t>MD5</a:t>
            </a:r>
            <a:r>
              <a:rPr lang="zh-CN" altLang="en-US" sz="2800" noProof="1">
                <a:solidFill>
                  <a:schemeClr val="tx1"/>
                </a:solidFill>
              </a:rPr>
              <a:t>码（</a:t>
            </a:r>
            <a:r>
              <a:rPr lang="zh-CN" altLang="en-US" sz="2800" b="1" noProof="1">
                <a:solidFill>
                  <a:schemeClr val="tx1"/>
                </a:solidFill>
              </a:rPr>
              <a:t>参赛论文</a:t>
            </a:r>
            <a:r>
              <a:rPr lang="zh-CN" altLang="en-US" sz="2800" noProof="1">
                <a:solidFill>
                  <a:schemeClr val="tx1"/>
                </a:solidFill>
              </a:rPr>
              <a:t>、</a:t>
            </a:r>
            <a:r>
              <a:rPr lang="zh-CN" altLang="en-US" sz="2800" b="1" noProof="1">
                <a:solidFill>
                  <a:schemeClr val="tx1"/>
                </a:solidFill>
              </a:rPr>
              <a:t>支撑材料</a:t>
            </a:r>
            <a:r>
              <a:rPr lang="zh-CN" altLang="en-US" sz="2800" noProof="1">
                <a:solidFill>
                  <a:schemeClr val="tx1"/>
                </a:solidFill>
              </a:rPr>
              <a:t>）</a:t>
            </a:r>
            <a:endParaRPr lang="en-US" altLang="zh-CN" sz="2800" strike="noStrike" noProof="1">
              <a:solidFill>
                <a:schemeClr val="tx1"/>
              </a:solidFill>
            </a:endParaRPr>
          </a:p>
          <a:p>
            <a:pPr marL="0" indent="0" eaLnBrk="1" hangingPunct="1">
              <a:buNone/>
            </a:pPr>
            <a:r>
              <a:rPr lang="zh-CN" altLang="en-US" sz="2800" noProof="1">
                <a:solidFill>
                  <a:schemeClr val="tx1"/>
                </a:solidFill>
              </a:rPr>
              <a:t>        二个参赛作品（</a:t>
            </a:r>
            <a:r>
              <a:rPr lang="zh-CN" altLang="en-US" sz="2800" b="1" noProof="1">
                <a:solidFill>
                  <a:schemeClr val="tx1"/>
                </a:solidFill>
              </a:rPr>
              <a:t>参赛论文</a:t>
            </a:r>
            <a:r>
              <a:rPr lang="zh-CN" altLang="en-US" sz="2800" noProof="1">
                <a:solidFill>
                  <a:schemeClr val="tx1"/>
                </a:solidFill>
              </a:rPr>
              <a:t>、</a:t>
            </a:r>
            <a:r>
              <a:rPr lang="zh-CN" altLang="en-US" sz="2800" b="1" noProof="1">
                <a:solidFill>
                  <a:schemeClr val="tx1"/>
                </a:solidFill>
              </a:rPr>
              <a:t>支撑材料</a:t>
            </a:r>
            <a:r>
              <a:rPr lang="zh-CN" altLang="en-US" sz="2800" noProof="1">
                <a:solidFill>
                  <a:schemeClr val="tx1"/>
                </a:solidFill>
              </a:rPr>
              <a:t>）</a:t>
            </a:r>
            <a:endParaRPr lang="en-US" altLang="zh-CN" sz="2800" noProof="1">
              <a:solidFill>
                <a:schemeClr val="tx1"/>
              </a:solidFill>
            </a:endParaRPr>
          </a:p>
          <a:p>
            <a:pPr marL="0" indent="0" eaLnBrk="1" fontAlgn="base" hangingPunct="1">
              <a:buNone/>
            </a:pPr>
            <a:endParaRPr lang="en-US" altLang="zh-CN" sz="2800" noProof="1">
              <a:solidFill>
                <a:schemeClr val="tx1"/>
              </a:solidFill>
            </a:endParaRPr>
          </a:p>
          <a:p>
            <a:pPr marL="0" indent="0" eaLnBrk="1" fontAlgn="base" hangingPunct="1">
              <a:buNone/>
            </a:pPr>
            <a:r>
              <a:rPr lang="en-US" altLang="zh-CN" sz="2800" strike="noStrike" noProof="1">
                <a:solidFill>
                  <a:schemeClr val="tx1"/>
                </a:solidFill>
              </a:rPr>
              <a:t>  </a:t>
            </a:r>
            <a:r>
              <a:rPr lang="zh-CN" altLang="en-US" sz="2800" strike="noStrike" noProof="1">
                <a:solidFill>
                  <a:schemeClr val="tx1"/>
                </a:solidFill>
              </a:rPr>
              <a:t>（</a:t>
            </a:r>
            <a:r>
              <a:rPr lang="en-US" altLang="zh-CN" sz="2800" strike="noStrike" noProof="1">
                <a:solidFill>
                  <a:schemeClr val="tx1"/>
                </a:solidFill>
              </a:rPr>
              <a:t>1</a:t>
            </a:r>
            <a:r>
              <a:rPr lang="zh-CN" altLang="en-US" sz="2800" strike="noStrike" noProof="1">
                <a:solidFill>
                  <a:schemeClr val="tx1"/>
                </a:solidFill>
              </a:rPr>
              <a:t>）格式、时间节点严格按照规定  </a:t>
            </a:r>
            <a:endParaRPr lang="zh-CN" altLang="en-US" sz="2800" strike="noStrike" noProof="1">
              <a:solidFill>
                <a:schemeClr val="tx1"/>
              </a:solidFill>
            </a:endParaRPr>
          </a:p>
          <a:p>
            <a:pPr marL="0" indent="0" eaLnBrk="1" fontAlgn="base" hangingPunct="1">
              <a:buNone/>
            </a:pPr>
            <a:r>
              <a:rPr lang="zh-CN" altLang="en-US" sz="2800" strike="noStrike" noProof="1">
                <a:solidFill>
                  <a:schemeClr val="tx1"/>
                </a:solidFill>
              </a:rPr>
              <a:t>  </a:t>
            </a:r>
            <a:r>
              <a:rPr lang="zh-CN" altLang="en-US" sz="2800" noProof="1">
                <a:solidFill>
                  <a:schemeClr val="tx1"/>
                </a:solidFill>
              </a:rPr>
              <a:t>（</a:t>
            </a:r>
            <a:r>
              <a:rPr lang="en-US" altLang="zh-CN" sz="2800" noProof="1">
                <a:solidFill>
                  <a:schemeClr val="tx1"/>
                </a:solidFill>
              </a:rPr>
              <a:t>2</a:t>
            </a:r>
            <a:r>
              <a:rPr lang="zh-CN" altLang="en-US" sz="2800" noProof="1">
                <a:solidFill>
                  <a:schemeClr val="tx1"/>
                </a:solidFill>
              </a:rPr>
              <a:t>）不必另外向上海赛区提交电子版、纸质版作品</a:t>
            </a:r>
            <a:endParaRPr lang="en-US" altLang="zh-CN" sz="2800" noProof="1">
              <a:solidFill>
                <a:schemeClr val="tx1"/>
              </a:solidFill>
            </a:endParaRPr>
          </a:p>
          <a:p>
            <a:pPr marL="0" indent="0" eaLnBrk="1" fontAlgn="base" hangingPunct="1">
              <a:buNone/>
            </a:pPr>
            <a:endParaRPr lang="en-US" altLang="zh-CN" sz="2800" strike="noStrike" noProof="1">
              <a:solidFill>
                <a:schemeClr val="tx1"/>
              </a:solidFill>
            </a:endParaRPr>
          </a:p>
        </p:txBody>
      </p:sp>
      <p:sp>
        <p:nvSpPr>
          <p:cNvPr id="27" name="标题 26"/>
          <p:cNvSpPr>
            <a:spLocks noGrp="1"/>
          </p:cNvSpPr>
          <p:nvPr>
            <p:ph type="title"/>
            <p:custDataLst>
              <p:tags r:id="rId3"/>
            </p:custDataLst>
          </p:nvPr>
        </p:nvSpPr>
        <p:spPr>
          <a:xfrm>
            <a:off x="521970" y="294458"/>
            <a:ext cx="8100000" cy="540000"/>
          </a:xfrm>
          <a:noFill/>
          <a:ln>
            <a:noFill/>
            <a:prstDash val="sysDash"/>
          </a:ln>
        </p:spPr>
        <p:txBody>
          <a:bodyPr vert="horz" wrap="square" lIns="91440" tIns="45720" rIns="91440" bIns="45720" rtlCol="0" anchor="ctr">
            <a:normAutofit/>
          </a:bodyPr>
          <a:lstStyle/>
          <a:p>
            <a:pPr lvl="0" algn="l">
              <a:buClrTx/>
              <a:buSzTx/>
              <a:buFontTx/>
            </a:pPr>
            <a:r>
              <a:rPr dirty="0">
                <a:sym typeface="+mn-ea"/>
              </a:rPr>
              <a:t>五3、作品提交</a:t>
            </a:r>
            <a:endParaRPr dirty="0">
              <a:sym typeface="+mn-ea"/>
            </a:endParaRPr>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7" name="标题 26"/>
          <p:cNvSpPr>
            <a:spLocks noGrp="1"/>
          </p:cNvSpPr>
          <p:nvPr>
            <p:ph type="title"/>
            <p:custDataLst>
              <p:tags r:id="rId2"/>
            </p:custDataLst>
          </p:nvPr>
        </p:nvSpPr>
        <p:spPr>
          <a:xfrm>
            <a:off x="521970" y="294458"/>
            <a:ext cx="8100000" cy="540000"/>
          </a:xfrm>
          <a:noFill/>
          <a:ln>
            <a:noFill/>
            <a:prstDash val="sysDash"/>
          </a:ln>
        </p:spPr>
        <p:txBody>
          <a:bodyPr vert="horz" wrap="square" lIns="91440" tIns="45720" rIns="91440" bIns="45720" rtlCol="0" anchor="ctr">
            <a:normAutofit/>
          </a:bodyPr>
          <a:lstStyle/>
          <a:p>
            <a:pPr lvl="0" algn="l">
              <a:buClrTx/>
              <a:buSzTx/>
              <a:buFontTx/>
            </a:pPr>
            <a:r>
              <a:rPr dirty="0">
                <a:sym typeface="+mn-ea"/>
              </a:rPr>
              <a:t>五3、作品提交</a:t>
            </a:r>
            <a:endParaRPr dirty="0">
              <a:sym typeface="+mn-ea"/>
            </a:endParaRPr>
          </a:p>
        </p:txBody>
      </p:sp>
      <p:sp>
        <p:nvSpPr>
          <p:cNvPr id="3" name="矩形 2"/>
          <p:cNvSpPr/>
          <p:nvPr/>
        </p:nvSpPr>
        <p:spPr>
          <a:xfrm>
            <a:off x="323850" y="981075"/>
            <a:ext cx="8756015" cy="6047105"/>
          </a:xfrm>
          <a:prstGeom prst="rect">
            <a:avLst/>
          </a:prstGeom>
        </p:spPr>
        <p:txBody>
          <a:bodyPr wrap="square">
            <a:spAutoFit/>
          </a:bodyPr>
          <a:p>
            <a:pPr>
              <a:lnSpc>
                <a:spcPct val="100000"/>
              </a:lnSpc>
              <a:buFont typeface="Wingdings" panose="05000000000000000000" pitchFamily="2" charset="2"/>
              <a:buChar char="u"/>
            </a:pPr>
            <a:r>
              <a:rPr lang="zh-CN" altLang="en-US" sz="1800" dirty="0">
                <a:latin typeface="Times New Roman" panose="02020603050405020304" pitchFamily="18" charset="0"/>
                <a:cs typeface="Times New Roman" panose="02020603050405020304" pitchFamily="18" charset="0"/>
              </a:rPr>
              <a:t>向学校提交材料：电子版参赛论文、电子版支撑材料、纸质版承诺书</a:t>
            </a:r>
            <a:endParaRPr lang="en-US" altLang="zh-CN" sz="1800" dirty="0">
              <a:latin typeface="Times New Roman" panose="02020603050405020304" pitchFamily="18" charset="0"/>
              <a:cs typeface="Times New Roman" panose="02020603050405020304" pitchFamily="18" charset="0"/>
            </a:endParaRPr>
          </a:p>
          <a:p>
            <a:pPr>
              <a:lnSpc>
                <a:spcPct val="100000"/>
              </a:lnSpc>
            </a:pPr>
            <a:endParaRPr lang="en-US" altLang="zh-CN" sz="1800" dirty="0">
              <a:latin typeface="Times New Roman" panose="02020603050405020304" pitchFamily="18" charset="0"/>
              <a:cs typeface="Times New Roman" panose="02020603050405020304" pitchFamily="18" charset="0"/>
            </a:endParaRPr>
          </a:p>
          <a:p>
            <a:pPr>
              <a:lnSpc>
                <a:spcPct val="100000"/>
              </a:lnSpc>
            </a:pPr>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、提交参赛作品（参赛论文、支撑材料）</a:t>
            </a:r>
            <a:endParaRPr lang="zh-CN" altLang="en-US" sz="1800" dirty="0">
              <a:latin typeface="Times New Roman" panose="02020603050405020304" pitchFamily="18" charset="0"/>
              <a:cs typeface="Times New Roman" panose="02020603050405020304" pitchFamily="18" charset="0"/>
            </a:endParaRPr>
          </a:p>
          <a:p>
            <a:pPr>
              <a:lnSpc>
                <a:spcPct val="100000"/>
              </a:lnSpc>
            </a:pP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）“参赛论文”命名：校内编号</a:t>
            </a:r>
            <a:r>
              <a:rPr lang="en-US" altLang="zh-CN" sz="1800" dirty="0">
                <a:latin typeface="Times New Roman" panose="02020603050405020304" pitchFamily="18" charset="0"/>
                <a:cs typeface="Times New Roman" panose="02020603050405020304" pitchFamily="18" charset="0"/>
              </a:rPr>
              <a:t>.PDF     </a:t>
            </a:r>
            <a:r>
              <a:rPr lang="zh-CN" altLang="en-US" sz="1800" dirty="0">
                <a:latin typeface="Times New Roman" panose="02020603050405020304" pitchFamily="18" charset="0"/>
                <a:cs typeface="Times New Roman" panose="02020603050405020304" pitchFamily="18" charset="0"/>
              </a:rPr>
              <a:t>如：</a:t>
            </a:r>
            <a:r>
              <a:rPr lang="en-US" altLang="zh-CN" sz="1800" dirty="0">
                <a:latin typeface="Times New Roman" panose="02020603050405020304" pitchFamily="18" charset="0"/>
                <a:cs typeface="Times New Roman" panose="02020603050405020304" pitchFamily="18" charset="0"/>
              </a:rPr>
              <a:t>018.PDF </a:t>
            </a:r>
            <a:endParaRPr lang="en-US" altLang="zh-CN" sz="1800" dirty="0">
              <a:latin typeface="Times New Roman" panose="02020603050405020304" pitchFamily="18" charset="0"/>
              <a:cs typeface="Times New Roman" panose="02020603050405020304" pitchFamily="18" charset="0"/>
            </a:endParaRPr>
          </a:p>
          <a:p>
            <a:pPr>
              <a:lnSpc>
                <a:spcPct val="100000"/>
              </a:lnSpc>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支撑材料”命名：校内编号</a:t>
            </a:r>
            <a:r>
              <a:rPr lang="en-US" altLang="zh-CN" sz="1800" dirty="0">
                <a:latin typeface="Times New Roman" panose="02020603050405020304" pitchFamily="18" charset="0"/>
                <a:cs typeface="Times New Roman" panose="02020603050405020304" pitchFamily="18" charset="0"/>
              </a:rPr>
              <a:t>.RAR    </a:t>
            </a:r>
            <a:r>
              <a:rPr lang="zh-CN" altLang="en-US" sz="1800" dirty="0">
                <a:latin typeface="Times New Roman" panose="02020603050405020304" pitchFamily="18" charset="0"/>
                <a:cs typeface="Times New Roman" panose="02020603050405020304" pitchFamily="18" charset="0"/>
              </a:rPr>
              <a:t>如：</a:t>
            </a:r>
            <a:r>
              <a:rPr lang="en-US" altLang="zh-CN" sz="1800" dirty="0">
                <a:latin typeface="Times New Roman" panose="02020603050405020304" pitchFamily="18" charset="0"/>
                <a:cs typeface="Times New Roman" panose="02020603050405020304" pitchFamily="18" charset="0"/>
              </a:rPr>
              <a:t>018.RAR </a:t>
            </a:r>
            <a:endParaRPr lang="en-US" altLang="zh-CN" sz="1800" dirty="0">
              <a:latin typeface="Times New Roman" panose="02020603050405020304" pitchFamily="18" charset="0"/>
              <a:cs typeface="Times New Roman" panose="02020603050405020304" pitchFamily="18" charset="0"/>
            </a:endParaRPr>
          </a:p>
          <a:p>
            <a:pPr>
              <a:lnSpc>
                <a:spcPct val="100000"/>
              </a:lnSpc>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各参赛队的两个文件装在一个文件夹内，</a:t>
            </a:r>
            <a:r>
              <a:rPr lang="zh-CN" altLang="en-US" sz="1800" dirty="0">
                <a:solidFill>
                  <a:srgbClr val="FF0000"/>
                </a:solidFill>
                <a:latin typeface="Times New Roman" panose="02020603050405020304" pitchFamily="18" charset="0"/>
                <a:cs typeface="Times New Roman" panose="02020603050405020304" pitchFamily="18" charset="0"/>
              </a:rPr>
              <a:t>文件夹命名为</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a:lnSpc>
                <a:spcPct val="100000"/>
              </a:lnSpc>
            </a:pPr>
            <a:r>
              <a:rPr lang="zh-CN" altLang="en-US" sz="1800" dirty="0">
                <a:latin typeface="Times New Roman" panose="02020603050405020304" pitchFamily="18" charset="0"/>
                <a:cs typeface="Times New Roman" panose="02020603050405020304" pitchFamily="18" charset="0"/>
              </a:rPr>
              <a:t>             题号报名队号</a:t>
            </a:r>
            <a:r>
              <a:rPr lang="en-US" altLang="zh-CN" sz="1800" dirty="0">
                <a:latin typeface="Times New Roman" panose="02020603050405020304" pitchFamily="18" charset="0"/>
                <a:cs typeface="Times New Roman" panose="02020603050405020304" pitchFamily="18" charset="0"/>
              </a:rPr>
              <a:t>_</a:t>
            </a:r>
            <a:r>
              <a:rPr lang="zh-CN" altLang="en-US" sz="1800" dirty="0">
                <a:latin typeface="Times New Roman" panose="02020603050405020304" pitchFamily="18" charset="0"/>
                <a:cs typeface="Times New Roman" panose="02020603050405020304" pitchFamily="18" charset="0"/>
              </a:rPr>
              <a:t>学生姓名，如：</a:t>
            </a:r>
            <a:r>
              <a:rPr lang="en-US" altLang="zh-CN" sz="1800" dirty="0">
                <a:latin typeface="Times New Roman" panose="02020603050405020304" pitchFamily="18" charset="0"/>
                <a:cs typeface="Times New Roman" panose="02020603050405020304" pitchFamily="18" charset="0"/>
              </a:rPr>
              <a:t>A202509004018_</a:t>
            </a:r>
            <a:r>
              <a:rPr lang="zh-CN" altLang="en-US" sz="1800" dirty="0">
                <a:latin typeface="Times New Roman" panose="02020603050405020304" pitchFamily="18" charset="0"/>
                <a:cs typeface="Times New Roman" panose="02020603050405020304" pitchFamily="18" charset="0"/>
              </a:rPr>
              <a:t>张三</a:t>
            </a:r>
            <a:r>
              <a:rPr lang="en-US" altLang="zh-CN" sz="1800" dirty="0">
                <a:latin typeface="Times New Roman" panose="02020603050405020304" pitchFamily="18" charset="0"/>
                <a:cs typeface="Times New Roman" panose="02020603050405020304" pitchFamily="18" charset="0"/>
              </a:rPr>
              <a:t>_</a:t>
            </a:r>
            <a:r>
              <a:rPr lang="zh-CN" altLang="en-US" sz="1800" dirty="0">
                <a:latin typeface="Times New Roman" panose="02020603050405020304" pitchFamily="18" charset="0"/>
                <a:cs typeface="Times New Roman" panose="02020603050405020304" pitchFamily="18" charset="0"/>
              </a:rPr>
              <a:t>李四</a:t>
            </a:r>
            <a:r>
              <a:rPr lang="en-US" altLang="zh-CN" sz="1800" dirty="0">
                <a:latin typeface="Times New Roman" panose="02020603050405020304" pitchFamily="18" charset="0"/>
                <a:cs typeface="Times New Roman" panose="02020603050405020304" pitchFamily="18" charset="0"/>
              </a:rPr>
              <a:t>_</a:t>
            </a:r>
            <a:r>
              <a:rPr lang="zh-CN" altLang="en-US" sz="1800" dirty="0">
                <a:latin typeface="Times New Roman" panose="02020603050405020304" pitchFamily="18" charset="0"/>
                <a:cs typeface="Times New Roman" panose="02020603050405020304" pitchFamily="18" charset="0"/>
              </a:rPr>
              <a:t>王五</a:t>
            </a:r>
            <a:endParaRPr lang="zh-CN" altLang="en-US" sz="1800" dirty="0">
              <a:latin typeface="Times New Roman" panose="02020603050405020304" pitchFamily="18" charset="0"/>
              <a:cs typeface="Times New Roman" panose="02020603050405020304" pitchFamily="18" charset="0"/>
            </a:endParaRPr>
          </a:p>
          <a:p>
            <a:pPr>
              <a:lnSpc>
                <a:spcPct val="100000"/>
              </a:lnSpc>
            </a:pPr>
            <a:r>
              <a:rPr lang="zh-CN" altLang="en-US" sz="1800" dirty="0">
                <a:latin typeface="Times New Roman" panose="02020603050405020304" pitchFamily="18" charset="0"/>
                <a:cs typeface="Times New Roman" panose="02020603050405020304" pitchFamily="18" charset="0"/>
              </a:rPr>
              <a:t>             压缩为</a:t>
            </a:r>
            <a:r>
              <a:rPr lang="en-US" altLang="zh-CN" sz="1800" dirty="0">
                <a:latin typeface="Times New Roman" panose="02020603050405020304" pitchFamily="18" charset="0"/>
                <a:cs typeface="Times New Roman" panose="02020603050405020304" pitchFamily="18" charset="0"/>
              </a:rPr>
              <a:t>RAR</a:t>
            </a:r>
            <a:r>
              <a:rPr lang="zh-CN" altLang="en-US" sz="1800" dirty="0">
                <a:latin typeface="Times New Roman" panose="02020603050405020304" pitchFamily="18" charset="0"/>
                <a:cs typeface="Times New Roman" panose="02020603050405020304" pitchFamily="18" charset="0"/>
              </a:rPr>
              <a:t>文件后，发送邮件。</a:t>
            </a:r>
            <a:endParaRPr lang="zh-CN" altLang="en-US" sz="1800" dirty="0">
              <a:latin typeface="Times New Roman" panose="02020603050405020304" pitchFamily="18" charset="0"/>
              <a:cs typeface="Times New Roman" panose="02020603050405020304" pitchFamily="18" charset="0"/>
            </a:endParaRPr>
          </a:p>
          <a:p>
            <a:pPr>
              <a:lnSpc>
                <a:spcPct val="100000"/>
              </a:lnSpc>
            </a:pP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）发送邮件至</a:t>
            </a:r>
            <a:r>
              <a:rPr lang="en-US" altLang="zh-CN" sz="1800" dirty="0">
                <a:latin typeface="Times New Roman" panose="02020603050405020304" pitchFamily="18" charset="0"/>
                <a:cs typeface="Times New Roman" panose="02020603050405020304" pitchFamily="18" charset="0"/>
              </a:rPr>
              <a:t>ecnusxjm@126.com</a:t>
            </a:r>
            <a:r>
              <a:rPr lang="zh-CN" altLang="en-US" sz="1800" dirty="0">
                <a:latin typeface="Times New Roman" panose="02020603050405020304" pitchFamily="18" charset="0"/>
                <a:cs typeface="Times New Roman" panose="02020603050405020304" pitchFamily="18" charset="0"/>
              </a:rPr>
              <a:t>。</a:t>
            </a:r>
            <a:r>
              <a:rPr lang="zh-CN" altLang="en-US" sz="1800" b="1" dirty="0">
                <a:solidFill>
                  <a:srgbClr val="FF0000"/>
                </a:solidFill>
                <a:latin typeface="Times New Roman" panose="02020603050405020304" pitchFamily="18" charset="0"/>
                <a:cs typeface="Times New Roman" panose="02020603050405020304" pitchFamily="18" charset="0"/>
              </a:rPr>
              <a:t>邮件主题即压缩文件夹名</a:t>
            </a:r>
            <a:r>
              <a:rPr lang="zh-CN" altLang="en-US" sz="1800" dirty="0">
                <a:latin typeface="Times New Roman" panose="02020603050405020304" pitchFamily="18" charset="0"/>
                <a:cs typeface="Times New Roman" panose="02020603050405020304" pitchFamily="18" charset="0"/>
              </a:rPr>
              <a:t>，以截止日期前最新一封为准。</a:t>
            </a:r>
            <a:endParaRPr lang="en-US" altLang="zh-CN" sz="1800" dirty="0">
              <a:latin typeface="Times New Roman" panose="02020603050405020304" pitchFamily="18" charset="0"/>
              <a:cs typeface="Times New Roman" panose="02020603050405020304" pitchFamily="18" charset="0"/>
            </a:endParaRPr>
          </a:p>
          <a:p>
            <a:pPr>
              <a:lnSpc>
                <a:spcPct val="100000"/>
              </a:lnSpc>
            </a:pP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、提交纸质版承诺书（必须有，否则失去评奖机会）</a:t>
            </a:r>
            <a:endParaRPr lang="zh-CN" altLang="en-US" sz="1800" dirty="0">
              <a:latin typeface="Times New Roman" panose="02020603050405020304" pitchFamily="18" charset="0"/>
              <a:cs typeface="Times New Roman" panose="02020603050405020304" pitchFamily="18" charset="0"/>
            </a:endParaRPr>
          </a:p>
          <a:p>
            <a:pPr>
              <a:lnSpc>
                <a:spcPct val="100000"/>
              </a:lnSpc>
            </a:pPr>
            <a:r>
              <a:rPr lang="zh-CN" altLang="en-US" sz="1800" dirty="0">
                <a:latin typeface="Times New Roman" panose="02020603050405020304" pitchFamily="18" charset="0"/>
                <a:cs typeface="Times New Roman" panose="02020603050405020304" pitchFamily="18" charset="0"/>
              </a:rPr>
              <a:t>      队员下载、打印</a:t>
            </a:r>
            <a:r>
              <a:rPr lang="en-US" altLang="zh-CN" sz="1800" dirty="0">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含姓名</a:t>
            </a:r>
            <a:r>
              <a:rPr lang="zh-CN" altLang="en-US" sz="1800" dirty="0">
                <a:latin typeface="Times New Roman" panose="02020603050405020304" pitchFamily="18" charset="0"/>
                <a:cs typeface="Times New Roman" panose="02020603050405020304" pitchFamily="18" charset="0"/>
              </a:rPr>
              <a:t>）、手写签名，</a:t>
            </a:r>
            <a:r>
              <a:rPr lang="zh-CN" altLang="en-US" sz="1800" dirty="0">
                <a:solidFill>
                  <a:srgbClr val="FF0000"/>
                </a:solidFill>
                <a:latin typeface="Times New Roman" panose="02020603050405020304" pitchFamily="18" charset="0"/>
                <a:cs typeface="Times New Roman" panose="02020603050405020304" pitchFamily="18" charset="0"/>
              </a:rPr>
              <a:t>不要用修订模式</a:t>
            </a:r>
            <a:endParaRPr lang="zh-CN" altLang="en-US" sz="1800"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zh-CN" altLang="en-US" sz="1800" dirty="0">
                <a:solidFill>
                  <a:srgbClr val="FF0000"/>
                </a:solidFill>
                <a:latin typeface="Times New Roman" panose="02020603050405020304" pitchFamily="18" charset="0"/>
                <a:cs typeface="Times New Roman" panose="02020603050405020304" pitchFamily="18" charset="0"/>
              </a:rPr>
              <a:t>      地点：数学楼</a:t>
            </a:r>
            <a:r>
              <a:rPr lang="en-US" altLang="zh-CN" sz="1800" dirty="0">
                <a:solidFill>
                  <a:srgbClr val="FF0000"/>
                </a:solidFill>
                <a:latin typeface="Times New Roman" panose="02020603050405020304" pitchFamily="18" charset="0"/>
                <a:cs typeface="Times New Roman" panose="02020603050405020304" pitchFamily="18" charset="0"/>
              </a:rPr>
              <a:t>1</a:t>
            </a:r>
            <a:r>
              <a:rPr lang="en-US" sz="1800" dirty="0">
                <a:solidFill>
                  <a:srgbClr val="FF0000"/>
                </a:solidFill>
                <a:latin typeface="Times New Roman" panose="02020603050405020304" pitchFamily="18" charset="0"/>
                <a:cs typeface="Times New Roman" panose="02020603050405020304" pitchFamily="18" charset="0"/>
              </a:rPr>
              <a:t>01</a:t>
            </a:r>
            <a:r>
              <a:rPr lang="en-US" altLang="zh-CN" sz="1800" dirty="0">
                <a:solidFill>
                  <a:srgbClr val="FF0000"/>
                </a:solidFill>
                <a:latin typeface="Times New Roman" panose="02020603050405020304" pitchFamily="18" charset="0"/>
                <a:cs typeface="Times New Roman" panose="02020603050405020304" pitchFamily="18" charset="0"/>
              </a:rPr>
              <a:t> </a:t>
            </a:r>
            <a:r>
              <a:rPr lang="zh-CN" altLang="en-US" sz="1800" dirty="0">
                <a:solidFill>
                  <a:srgbClr val="FF0000"/>
                </a:solidFill>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9</a:t>
            </a:r>
            <a:r>
              <a:rPr lang="zh-CN" altLang="en-US" sz="1800" dirty="0">
                <a:latin typeface="Times New Roman" panose="02020603050405020304" pitchFamily="18" charset="0"/>
                <a:cs typeface="Times New Roman" panose="02020603050405020304" pitchFamily="18" charset="0"/>
              </a:rPr>
              <a:t>月</a:t>
            </a:r>
            <a:r>
              <a:rPr lang="en-US" altLang="zh-CN" sz="1800" dirty="0">
                <a:latin typeface="Times New Roman" panose="02020603050405020304" pitchFamily="18" charset="0"/>
                <a:cs typeface="Times New Roman" panose="02020603050405020304" pitchFamily="18" charset="0"/>
              </a:rPr>
              <a:t>8</a:t>
            </a:r>
            <a:r>
              <a:rPr lang="zh-CN" altLang="en-US" sz="1800" dirty="0">
                <a:latin typeface="Times New Roman" panose="02020603050405020304" pitchFamily="18" charset="0"/>
                <a:cs typeface="Times New Roman" panose="02020603050405020304" pitchFamily="18" charset="0"/>
              </a:rPr>
              <a:t>日</a:t>
            </a:r>
            <a:r>
              <a:rPr lang="en-US" altLang="zh-CN" sz="1800" dirty="0">
                <a:latin typeface="Times New Roman" panose="02020603050405020304" pitchFamily="18" charset="0"/>
                <a:cs typeface="Times New Roman" panose="02020603050405020304" pitchFamily="18" charset="0"/>
              </a:rPr>
              <a:t>13</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00-16</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00</a:t>
            </a:r>
            <a:endParaRPr lang="en-US" altLang="zh-CN" sz="1800"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altLang="zh-CN" sz="1800" dirty="0">
                <a:solidFill>
                  <a:srgbClr val="FF0000"/>
                </a:solidFill>
                <a:latin typeface="Times New Roman" panose="02020603050405020304" pitchFamily="18" charset="0"/>
                <a:cs typeface="Times New Roman" panose="02020603050405020304" pitchFamily="18" charset="0"/>
              </a:rPr>
              <a:t>      </a:t>
            </a:r>
            <a:r>
              <a:rPr lang="zh-CN" altLang="en-US" sz="1800" dirty="0">
                <a:solidFill>
                  <a:srgbClr val="FF0000"/>
                </a:solidFill>
                <a:latin typeface="Times New Roman" panose="02020603050405020304" pitchFamily="18" charset="0"/>
                <a:cs typeface="Times New Roman" panose="02020603050405020304" pitchFamily="18" charset="0"/>
              </a:rPr>
              <a:t>仅限全队在中北校区或在外地可发送扫描版到电子材料的对应邮箱。</a:t>
            </a:r>
            <a:endParaRPr lang="en-US" altLang="zh-CN" sz="1800"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altLang="zh-CN" sz="1800" dirty="0">
              <a:solidFill>
                <a:srgbClr val="FF0000"/>
              </a:solidFill>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内容占位符 2"/>
          <p:cNvSpPr>
            <a:spLocks noGrp="1"/>
          </p:cNvSpPr>
          <p:nvPr>
            <p:custDataLst>
              <p:tags r:id="rId1"/>
            </p:custDataLst>
          </p:nvPr>
        </p:nvSpPr>
        <p:spPr>
          <a:xfrm>
            <a:off x="606591" y="1890713"/>
            <a:ext cx="8535988" cy="4967287"/>
          </a:xfrm>
          <a:prstGeom prst="rect">
            <a:avLst/>
          </a:prstGeom>
          <a:noFill/>
          <a:ln w="9525">
            <a:noFill/>
          </a:ln>
        </p:spPr>
        <p:txBody>
          <a:bodyPr vert="horz" wrap="square" lIns="91440" tIns="45720" rIns="91440" bIns="45720" anchor="t" anchorCtr="0">
            <a:norm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zh-CN" sz="2000" dirty="0">
                <a:solidFill>
                  <a:schemeClr val="tx1"/>
                </a:solidFill>
              </a:rPr>
              <a:t>1. </a:t>
            </a:r>
            <a:r>
              <a:rPr lang="zh-CN" altLang="en-US" sz="2000" dirty="0">
                <a:solidFill>
                  <a:schemeClr val="tx1"/>
                </a:solidFill>
              </a:rPr>
              <a:t>作品的</a:t>
            </a:r>
            <a:r>
              <a:rPr lang="en-US" altLang="zh-CN" sz="2000" dirty="0">
                <a:solidFill>
                  <a:schemeClr val="tx1"/>
                </a:solidFill>
              </a:rPr>
              <a:t>MD5</a:t>
            </a:r>
            <a:r>
              <a:rPr lang="zh-CN" altLang="zh-CN" sz="2000" dirty="0">
                <a:solidFill>
                  <a:schemeClr val="tx1"/>
                </a:solidFill>
              </a:rPr>
              <a:t>码</a:t>
            </a:r>
            <a:r>
              <a:rPr lang="zh-CN" altLang="en-US" sz="2000" dirty="0">
                <a:solidFill>
                  <a:schemeClr val="tx1"/>
                </a:solidFill>
              </a:rPr>
              <a:t>的生成与提交</a:t>
            </a:r>
            <a:endParaRPr lang="en-US" altLang="zh-CN" sz="2000" dirty="0">
              <a:solidFill>
                <a:schemeClr val="tx1"/>
              </a:solidFill>
            </a:endParaRPr>
          </a:p>
          <a:p>
            <a:pPr marL="0" indent="0">
              <a:buNone/>
            </a:pPr>
            <a:r>
              <a:rPr lang="en-US" altLang="zh-CN" sz="2000" dirty="0">
                <a:solidFill>
                  <a:schemeClr val="tx1"/>
                </a:solidFill>
              </a:rPr>
              <a:t>    9</a:t>
            </a:r>
            <a:r>
              <a:rPr lang="zh-CN" altLang="zh-CN" sz="2000" dirty="0">
                <a:solidFill>
                  <a:schemeClr val="tx1"/>
                </a:solidFill>
              </a:rPr>
              <a:t>月</a:t>
            </a:r>
            <a:r>
              <a:rPr lang="en-US" altLang="zh-CN" sz="2000" dirty="0">
                <a:solidFill>
                  <a:schemeClr val="tx1"/>
                </a:solidFill>
              </a:rPr>
              <a:t>7</a:t>
            </a:r>
            <a:r>
              <a:rPr lang="zh-CN" altLang="zh-CN" sz="2000" dirty="0">
                <a:solidFill>
                  <a:schemeClr val="tx1"/>
                </a:solidFill>
              </a:rPr>
              <a:t>日</a:t>
            </a:r>
            <a:r>
              <a:rPr lang="en-US" altLang="zh-CN" sz="2000" dirty="0">
                <a:solidFill>
                  <a:schemeClr val="tx1"/>
                </a:solidFill>
              </a:rPr>
              <a:t>20:00</a:t>
            </a:r>
            <a:r>
              <a:rPr lang="zh-CN" altLang="zh-CN" sz="2000" dirty="0">
                <a:solidFill>
                  <a:schemeClr val="tx1"/>
                </a:solidFill>
              </a:rPr>
              <a:t>前</a:t>
            </a:r>
            <a:r>
              <a:rPr lang="zh-CN" altLang="en-US" sz="2000" dirty="0">
                <a:solidFill>
                  <a:schemeClr val="tx1"/>
                </a:solidFill>
              </a:rPr>
              <a:t>在</a:t>
            </a:r>
            <a:r>
              <a:rPr lang="zh-CN" altLang="zh-CN" sz="2000" dirty="0">
                <a:solidFill>
                  <a:schemeClr val="tx1"/>
                </a:solidFill>
              </a:rPr>
              <a:t>客户端</a:t>
            </a:r>
            <a:r>
              <a:rPr lang="zh-CN" altLang="en-US" sz="2000" dirty="0">
                <a:solidFill>
                  <a:schemeClr val="tx1"/>
                </a:solidFill>
              </a:rPr>
              <a:t>生成</a:t>
            </a:r>
            <a:r>
              <a:rPr lang="zh-CN" altLang="zh-CN" sz="2000" dirty="0">
                <a:solidFill>
                  <a:schemeClr val="tx1"/>
                </a:solidFill>
              </a:rPr>
              <a:t>“参赛论文”</a:t>
            </a:r>
            <a:r>
              <a:rPr lang="zh-CN" altLang="en-US" sz="2000" dirty="0">
                <a:solidFill>
                  <a:schemeClr val="tx1"/>
                </a:solidFill>
              </a:rPr>
              <a:t>、</a:t>
            </a:r>
            <a:r>
              <a:rPr lang="zh-CN" altLang="zh-CN" sz="2000" dirty="0">
                <a:solidFill>
                  <a:schemeClr val="tx1"/>
                </a:solidFill>
              </a:rPr>
              <a:t>“支撑材料”的</a:t>
            </a:r>
            <a:r>
              <a:rPr lang="en-US" altLang="zh-CN" sz="2000" dirty="0">
                <a:solidFill>
                  <a:schemeClr val="tx1"/>
                </a:solidFill>
              </a:rPr>
              <a:t>MD5</a:t>
            </a:r>
            <a:r>
              <a:rPr lang="zh-CN" altLang="zh-CN" sz="2000" dirty="0">
                <a:solidFill>
                  <a:schemeClr val="tx1"/>
                </a:solidFill>
              </a:rPr>
              <a:t>码</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）作品与</a:t>
            </a:r>
            <a:r>
              <a:rPr lang="en-US" altLang="zh-CN" sz="2000" dirty="0">
                <a:solidFill>
                  <a:schemeClr val="tx1"/>
                </a:solidFill>
              </a:rPr>
              <a:t>MD5</a:t>
            </a:r>
            <a:r>
              <a:rPr lang="zh-CN" altLang="zh-CN" sz="2000" dirty="0">
                <a:solidFill>
                  <a:schemeClr val="tx1"/>
                </a:solidFill>
              </a:rPr>
              <a:t>码</a:t>
            </a:r>
            <a:r>
              <a:rPr lang="zh-CN" altLang="en-US" sz="2000" dirty="0">
                <a:solidFill>
                  <a:schemeClr val="tx1"/>
                </a:solidFill>
              </a:rPr>
              <a:t>完全匹配</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          </a:t>
            </a:r>
            <a:r>
              <a:rPr lang="zh-CN" altLang="zh-CN" sz="2000" dirty="0">
                <a:solidFill>
                  <a:schemeClr val="tx1"/>
                </a:solidFill>
              </a:rPr>
              <a:t>电子文件进行打开</a:t>
            </a:r>
            <a:r>
              <a:rPr lang="zh-CN" altLang="en-US" sz="2000" dirty="0">
                <a:solidFill>
                  <a:schemeClr val="tx1"/>
                </a:solidFill>
              </a:rPr>
              <a:t>、或</a:t>
            </a:r>
            <a:r>
              <a:rPr lang="zh-CN" altLang="zh-CN" sz="2000" dirty="0">
                <a:solidFill>
                  <a:schemeClr val="tx1"/>
                </a:solidFill>
              </a:rPr>
              <a:t>保存操作（含自动保存），</a:t>
            </a:r>
            <a:r>
              <a:rPr lang="en-US" altLang="zh-CN" sz="2000" dirty="0">
                <a:solidFill>
                  <a:schemeClr val="tx1"/>
                </a:solidFill>
              </a:rPr>
              <a:t> </a:t>
            </a:r>
            <a:endParaRPr lang="en-US" altLang="zh-CN" sz="2000" dirty="0">
              <a:solidFill>
                <a:schemeClr val="tx1"/>
              </a:solidFill>
            </a:endParaRPr>
          </a:p>
          <a:p>
            <a:pPr marL="0" indent="0">
              <a:buNone/>
            </a:pPr>
            <a:r>
              <a:rPr lang="en-US" altLang="zh-CN" sz="2000" dirty="0">
                <a:solidFill>
                  <a:schemeClr val="tx1"/>
                </a:solidFill>
              </a:rPr>
              <a:t>                        MD5</a:t>
            </a:r>
            <a:r>
              <a:rPr lang="zh-CN" altLang="zh-CN" sz="2000" dirty="0">
                <a:solidFill>
                  <a:schemeClr val="tx1"/>
                </a:solidFill>
              </a:rPr>
              <a:t>码都将发生改变，需重新</a:t>
            </a:r>
            <a:r>
              <a:rPr lang="zh-CN" altLang="en-US" sz="2000" dirty="0">
                <a:solidFill>
                  <a:schemeClr val="tx1"/>
                </a:solidFill>
              </a:rPr>
              <a:t>生成并</a:t>
            </a:r>
            <a:r>
              <a:rPr lang="zh-CN" altLang="zh-CN" sz="2000" dirty="0">
                <a:solidFill>
                  <a:schemeClr val="tx1"/>
                </a:solidFill>
              </a:rPr>
              <a:t>上传。</a:t>
            </a:r>
            <a:endParaRPr lang="zh-CN"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a:t>
            </a:r>
            <a:r>
              <a:rPr lang="en-US" altLang="zh-CN" sz="2000" dirty="0">
                <a:solidFill>
                  <a:schemeClr val="tx1"/>
                </a:solidFill>
              </a:rPr>
              <a:t> 7</a:t>
            </a:r>
            <a:r>
              <a:rPr lang="zh-CN" altLang="zh-CN" sz="2000" dirty="0">
                <a:solidFill>
                  <a:schemeClr val="tx1"/>
                </a:solidFill>
              </a:rPr>
              <a:t>日</a:t>
            </a:r>
            <a:r>
              <a:rPr lang="en-US" altLang="zh-CN" sz="2000" dirty="0">
                <a:solidFill>
                  <a:schemeClr val="tx1"/>
                </a:solidFill>
              </a:rPr>
              <a:t>20:00 </a:t>
            </a:r>
            <a:r>
              <a:rPr lang="zh-CN" altLang="en-US" sz="2000" dirty="0">
                <a:solidFill>
                  <a:schemeClr val="tx1"/>
                </a:solidFill>
              </a:rPr>
              <a:t>前</a:t>
            </a:r>
            <a:r>
              <a:rPr lang="zh-CN" altLang="zh-CN" sz="2000" dirty="0">
                <a:solidFill>
                  <a:schemeClr val="tx1"/>
                </a:solidFill>
              </a:rPr>
              <a:t>可</a:t>
            </a:r>
            <a:r>
              <a:rPr lang="zh-CN" altLang="en-US" sz="2000" dirty="0">
                <a:solidFill>
                  <a:schemeClr val="tx1"/>
                </a:solidFill>
              </a:rPr>
              <a:t>反复</a:t>
            </a:r>
            <a:r>
              <a:rPr lang="zh-CN" altLang="zh-CN" sz="2000" dirty="0">
                <a:solidFill>
                  <a:schemeClr val="tx1"/>
                </a:solidFill>
              </a:rPr>
              <a:t>上传</a:t>
            </a:r>
            <a:r>
              <a:rPr lang="en-US" altLang="zh-CN" sz="2000" dirty="0">
                <a:solidFill>
                  <a:schemeClr val="tx1"/>
                </a:solidFill>
              </a:rPr>
              <a:t>MD5</a:t>
            </a:r>
            <a:r>
              <a:rPr lang="zh-CN" altLang="zh-CN" sz="2000" dirty="0">
                <a:solidFill>
                  <a:schemeClr val="tx1"/>
                </a:solidFill>
              </a:rPr>
              <a:t>码</a:t>
            </a:r>
            <a:endParaRPr lang="en-US" altLang="zh-CN" sz="2000" dirty="0">
              <a:solidFill>
                <a:schemeClr val="tx1"/>
              </a:solidFill>
            </a:endParaRPr>
          </a:p>
          <a:p>
            <a:pPr marL="0" indent="0">
              <a:buNone/>
            </a:pPr>
            <a:r>
              <a:rPr lang="en-US" altLang="zh-CN" sz="2000" dirty="0">
                <a:solidFill>
                  <a:schemeClr val="tx1"/>
                </a:solidFill>
              </a:rPr>
              <a:t>        </a:t>
            </a:r>
            <a:r>
              <a:rPr lang="zh-CN" altLang="en-US" sz="2000" strike="sngStrike" dirty="0">
                <a:solidFill>
                  <a:srgbClr val="FF0000"/>
                </a:solidFill>
              </a:rPr>
              <a:t>（</a:t>
            </a:r>
            <a:r>
              <a:rPr lang="en-US" altLang="zh-CN" sz="2000" strike="sngStrike" dirty="0">
                <a:solidFill>
                  <a:srgbClr val="FF0000"/>
                </a:solidFill>
              </a:rPr>
              <a:t>3</a:t>
            </a:r>
            <a:r>
              <a:rPr lang="zh-CN" altLang="en-US" sz="2000" strike="sngStrike" dirty="0">
                <a:solidFill>
                  <a:srgbClr val="FF0000"/>
                </a:solidFill>
              </a:rPr>
              <a:t>）</a:t>
            </a:r>
            <a:r>
              <a:rPr lang="en-US" altLang="zh-CN" sz="2000" strike="sngStrike" dirty="0">
                <a:solidFill>
                  <a:srgbClr val="FF0000"/>
                </a:solidFill>
              </a:rPr>
              <a:t>7</a:t>
            </a:r>
            <a:r>
              <a:rPr lang="zh-CN" altLang="zh-CN" sz="2000" strike="sngStrike" dirty="0">
                <a:solidFill>
                  <a:srgbClr val="FF0000"/>
                </a:solidFill>
              </a:rPr>
              <a:t>日</a:t>
            </a:r>
            <a:r>
              <a:rPr lang="en-US" altLang="zh-CN" sz="2000" strike="sngStrike" dirty="0">
                <a:solidFill>
                  <a:srgbClr val="FF0000"/>
                </a:solidFill>
              </a:rPr>
              <a:t>20:00</a:t>
            </a:r>
            <a:r>
              <a:rPr lang="zh-CN" altLang="en-US" sz="2000" strike="sngStrike" dirty="0">
                <a:solidFill>
                  <a:srgbClr val="FF0000"/>
                </a:solidFill>
              </a:rPr>
              <a:t> ～ </a:t>
            </a:r>
            <a:r>
              <a:rPr lang="en-US" altLang="zh-CN" sz="2000" strike="sngStrike" dirty="0">
                <a:solidFill>
                  <a:srgbClr val="FF0000"/>
                </a:solidFill>
              </a:rPr>
              <a:t>22:00</a:t>
            </a:r>
            <a:r>
              <a:rPr lang="zh-CN" altLang="zh-CN" sz="2000" strike="sngStrike" dirty="0">
                <a:solidFill>
                  <a:srgbClr val="FF0000"/>
                </a:solidFill>
              </a:rPr>
              <a:t>之间最多只允许上传</a:t>
            </a:r>
            <a:r>
              <a:rPr lang="zh-CN" altLang="en-US" sz="2000" strike="sngStrike" dirty="0">
                <a:solidFill>
                  <a:srgbClr val="FF0000"/>
                </a:solidFill>
              </a:rPr>
              <a:t>最后一</a:t>
            </a:r>
            <a:r>
              <a:rPr lang="zh-CN" altLang="zh-CN" sz="2000" strike="sngStrike" dirty="0">
                <a:solidFill>
                  <a:srgbClr val="FF0000"/>
                </a:solidFill>
              </a:rPr>
              <a:t>次。</a:t>
            </a:r>
            <a:endParaRPr lang="zh-CN" altLang="zh-CN" sz="2000" strike="sngStrike" dirty="0">
              <a:solidFill>
                <a:srgbClr val="FF0000"/>
              </a:solidFill>
            </a:endParaRPr>
          </a:p>
          <a:p>
            <a:pPr marL="0" indent="0">
              <a:buNone/>
            </a:pPr>
            <a:r>
              <a:rPr lang="en-US" altLang="zh-CN" sz="2000" dirty="0">
                <a:solidFill>
                  <a:schemeClr val="tx1"/>
                </a:solidFill>
              </a:rPr>
              <a:t>2. </a:t>
            </a:r>
            <a:r>
              <a:rPr lang="zh-CN" altLang="en-US" sz="2000" dirty="0">
                <a:solidFill>
                  <a:schemeClr val="tx1"/>
                </a:solidFill>
              </a:rPr>
              <a:t>作品的提交（</a:t>
            </a:r>
            <a:r>
              <a:rPr lang="zh-CN" altLang="zh-CN" sz="2000" dirty="0">
                <a:solidFill>
                  <a:schemeClr val="tx1"/>
                </a:solidFill>
              </a:rPr>
              <a:t> 参赛论文</a:t>
            </a:r>
            <a:r>
              <a:rPr lang="zh-CN" altLang="en-US" sz="2000" dirty="0">
                <a:solidFill>
                  <a:schemeClr val="tx1"/>
                </a:solidFill>
              </a:rPr>
              <a:t>、</a:t>
            </a:r>
            <a:r>
              <a:rPr lang="zh-CN" altLang="zh-CN" sz="2000" dirty="0">
                <a:solidFill>
                  <a:schemeClr val="tx1"/>
                </a:solidFill>
              </a:rPr>
              <a:t>支撑材料 </a:t>
            </a:r>
            <a:r>
              <a:rPr lang="zh-CN" altLang="en-US" sz="2000" dirty="0">
                <a:solidFill>
                  <a:schemeClr val="tx1"/>
                </a:solidFill>
              </a:rPr>
              <a:t>）</a:t>
            </a:r>
            <a:endParaRPr lang="en-US" altLang="zh-CN" sz="2000" dirty="0">
              <a:solidFill>
                <a:schemeClr val="tx1"/>
              </a:solidFill>
            </a:endParaRPr>
          </a:p>
          <a:p>
            <a:pPr marL="0" indent="0">
              <a:buNone/>
            </a:pPr>
            <a:r>
              <a:rPr lang="en-US" altLang="zh-CN" sz="2000" dirty="0">
                <a:solidFill>
                  <a:schemeClr val="tx1"/>
                </a:solidFill>
              </a:rPr>
              <a:t>        </a:t>
            </a:r>
            <a:r>
              <a:rPr lang="zh-CN" altLang="zh-CN" sz="2000" dirty="0">
                <a:solidFill>
                  <a:schemeClr val="tx1"/>
                </a:solidFill>
              </a:rPr>
              <a:t>务必在</a:t>
            </a:r>
            <a:r>
              <a:rPr lang="en-US" altLang="zh-CN" sz="2000" dirty="0">
                <a:solidFill>
                  <a:schemeClr val="tx1"/>
                </a:solidFill>
              </a:rPr>
              <a:t>9</a:t>
            </a:r>
            <a:r>
              <a:rPr lang="zh-CN" altLang="zh-CN" sz="2000" dirty="0">
                <a:solidFill>
                  <a:schemeClr val="tx1"/>
                </a:solidFill>
              </a:rPr>
              <a:t>月</a:t>
            </a:r>
            <a:r>
              <a:rPr lang="en-US" altLang="zh-CN" sz="2000" dirty="0">
                <a:solidFill>
                  <a:schemeClr val="tx1"/>
                </a:solidFill>
              </a:rPr>
              <a:t>7</a:t>
            </a:r>
            <a:r>
              <a:rPr lang="zh-CN" altLang="zh-CN" sz="2000" dirty="0">
                <a:solidFill>
                  <a:schemeClr val="tx1"/>
                </a:solidFill>
              </a:rPr>
              <a:t>日</a:t>
            </a:r>
            <a:r>
              <a:rPr lang="en-US" altLang="zh-CN" sz="2000" dirty="0">
                <a:solidFill>
                  <a:srgbClr val="FF0000"/>
                </a:solidFill>
              </a:rPr>
              <a:t>20:30</a:t>
            </a:r>
            <a:r>
              <a:rPr lang="zh-CN" altLang="en-US" sz="2000" dirty="0">
                <a:solidFill>
                  <a:schemeClr val="tx1"/>
                </a:solidFill>
              </a:rPr>
              <a:t> ～ </a:t>
            </a:r>
            <a:r>
              <a:rPr lang="en-US" altLang="zh-CN" sz="2000" dirty="0">
                <a:solidFill>
                  <a:schemeClr val="tx1"/>
                </a:solidFill>
              </a:rPr>
              <a:t>8</a:t>
            </a:r>
            <a:r>
              <a:rPr lang="zh-CN" altLang="zh-CN" sz="2000" dirty="0">
                <a:solidFill>
                  <a:schemeClr val="tx1"/>
                </a:solidFill>
              </a:rPr>
              <a:t>日</a:t>
            </a:r>
            <a:r>
              <a:rPr lang="en-US" altLang="zh-CN" sz="2000" dirty="0">
                <a:solidFill>
                  <a:schemeClr val="tx1"/>
                </a:solidFill>
              </a:rPr>
              <a:t>14:00</a:t>
            </a:r>
            <a:r>
              <a:rPr lang="zh-CN" altLang="zh-CN" sz="2000" dirty="0">
                <a:solidFill>
                  <a:schemeClr val="tx1"/>
                </a:solidFill>
              </a:rPr>
              <a:t>之间</a:t>
            </a:r>
            <a:r>
              <a:rPr lang="zh-CN" altLang="en-US" sz="2000" dirty="0">
                <a:solidFill>
                  <a:schemeClr val="tx1"/>
                </a:solidFill>
              </a:rPr>
              <a:t>提交</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a:t>
            </a:r>
            <a:r>
              <a:rPr lang="zh-CN" altLang="zh-CN" sz="2000" dirty="0">
                <a:solidFill>
                  <a:schemeClr val="tx1"/>
                </a:solidFill>
              </a:rPr>
              <a:t>过时无效</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）作品与</a:t>
            </a:r>
            <a:r>
              <a:rPr lang="en-US" altLang="zh-CN" sz="2000" dirty="0">
                <a:solidFill>
                  <a:schemeClr val="tx1"/>
                </a:solidFill>
              </a:rPr>
              <a:t>MD5</a:t>
            </a:r>
            <a:r>
              <a:rPr lang="zh-CN" altLang="zh-CN" sz="2000" dirty="0">
                <a:solidFill>
                  <a:schemeClr val="tx1"/>
                </a:solidFill>
              </a:rPr>
              <a:t>码</a:t>
            </a:r>
            <a:r>
              <a:rPr lang="zh-CN" altLang="en-US" sz="2000" dirty="0">
                <a:solidFill>
                  <a:schemeClr val="tx1"/>
                </a:solidFill>
              </a:rPr>
              <a:t>完全匹配</a:t>
            </a:r>
            <a:endParaRPr lang="en-US" altLang="zh-CN" sz="2000" dirty="0">
              <a:solidFill>
                <a:schemeClr val="tx1"/>
              </a:solidFill>
            </a:endParaRPr>
          </a:p>
          <a:p>
            <a:pPr marL="0" indent="0">
              <a:buNone/>
            </a:pPr>
            <a:endParaRPr lang="en-US" altLang="zh-CN" sz="2000" dirty="0">
              <a:solidFill>
                <a:schemeClr val="tx1"/>
              </a:solidFill>
            </a:endParaRPr>
          </a:p>
        </p:txBody>
      </p:sp>
      <p:sp>
        <p:nvSpPr>
          <p:cNvPr id="22" name="灯片编号占位符 4"/>
          <p:cNvSpPr>
            <a:spLocks noGrp="1"/>
          </p:cNvSpPr>
          <p:nvPr>
            <p:custDataLst>
              <p:tags r:id="rId2"/>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27" name="标题 26"/>
          <p:cNvSpPr>
            <a:spLocks noGrp="1"/>
          </p:cNvSpPr>
          <p:nvPr>
            <p:ph type="title"/>
            <p:custDataLst>
              <p:tags r:id="rId3"/>
            </p:custDataLst>
          </p:nvPr>
        </p:nvSpPr>
        <p:spPr>
          <a:xfrm>
            <a:off x="358200" y="307163"/>
            <a:ext cx="8100000" cy="540000"/>
          </a:xfrm>
          <a:noFill/>
          <a:ln>
            <a:noFill/>
            <a:prstDash val="sysDash"/>
          </a:ln>
        </p:spPr>
        <p:txBody>
          <a:bodyPr vert="horz" wrap="square" lIns="91440" tIns="45720" rIns="91440" bIns="45720" rtlCol="0" anchor="ctr">
            <a:normAutofit/>
          </a:bodyPr>
          <a:lstStyle/>
          <a:p>
            <a:pPr lvl="0" algn="l">
              <a:buClrTx/>
              <a:buSzTx/>
              <a:buFontTx/>
            </a:pPr>
            <a:r>
              <a:rPr dirty="0">
                <a:sym typeface="+mn-ea"/>
              </a:rPr>
              <a:t>五3    作品及MD5码提交说明</a:t>
            </a:r>
            <a:endParaRPr dirty="0">
              <a:sym typeface="+mn-ea"/>
            </a:endParaRPr>
          </a:p>
        </p:txBody>
      </p:sp>
      <p:sp>
        <p:nvSpPr>
          <p:cNvPr id="3" name="文本框 2"/>
          <p:cNvSpPr txBox="1"/>
          <p:nvPr/>
        </p:nvSpPr>
        <p:spPr>
          <a:xfrm>
            <a:off x="7164705" y="4509135"/>
            <a:ext cx="1953260" cy="419735"/>
          </a:xfrm>
          <a:prstGeom prst="rect">
            <a:avLst/>
          </a:prstGeom>
          <a:noFill/>
          <a:ln>
            <a:solidFill>
              <a:schemeClr val="accent1"/>
            </a:solidFill>
          </a:ln>
        </p:spPr>
        <p:txBody>
          <a:bodyPr wrap="square" rtlCol="0">
            <a:noAutofit/>
          </a:bodyPr>
          <a:p>
            <a:r>
              <a:rPr lang="zh-CN" altLang="en-US" sz="1800" b="1">
                <a:solidFill>
                  <a:srgbClr val="FF0000"/>
                </a:solidFill>
                <a:sym typeface="+mn-ea"/>
              </a:rPr>
              <a:t>今年新的</a:t>
            </a:r>
            <a:r>
              <a:rPr lang="zh-CN" altLang="en-US" sz="1800" b="1">
                <a:solidFill>
                  <a:srgbClr val="FF0000"/>
                </a:solidFill>
                <a:sym typeface="+mn-ea"/>
              </a:rPr>
              <a:t>变化</a:t>
            </a:r>
            <a:endParaRPr lang="zh-CN" altLang="en-US" sz="1800" b="1">
              <a:solidFill>
                <a:srgbClr val="FF0000"/>
              </a:solidFill>
              <a:sym typeface="+mn-ea"/>
            </a:endParaRPr>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custDataLst>
              <p:tags r:id="rId1"/>
            </p:custDataLst>
          </p:nvPr>
        </p:nvSpPr>
        <p:spPr>
          <a:xfrm>
            <a:off x="6553200" y="6248400"/>
            <a:ext cx="1905000" cy="457200"/>
          </a:xfrm>
          <a:prstGeom prst="rect">
            <a:avLst/>
          </a:prstGeom>
          <a:noFill/>
          <a:ln w="9525">
            <a:noFill/>
            <a:miter lim="800000"/>
          </a:ln>
          <a:effectLst/>
        </p:spPr>
        <p:txBody>
          <a:bodyPr vert="horz" wrap="square" lIns="91440" tIns="45720" rIns="91440" bIns="45720" numCol="1" anchor="t" anchorCtr="0" compatLnSpc="1">
            <a:normAutofit/>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spcBef>
                <a:spcPct val="0"/>
              </a:spcBef>
            </a:pPr>
            <a:fld id="{9A0DB2DC-4C9A-4742-B13C-FB6460FD3503}" type="slidenum">
              <a:rPr lang="en-US" altLang="zh-CN" sz="1400" dirty="0">
                <a:solidFill>
                  <a:schemeClr val="tx1"/>
                </a:solidFill>
                <a:latin typeface="Times New Roman" panose="02020603050405020304" pitchFamily="18" charset="0"/>
              </a:rPr>
            </a:fld>
            <a:endParaRPr lang="en-US" altLang="zh-CN" sz="1400" dirty="0">
              <a:solidFill>
                <a:schemeClr val="tx1"/>
              </a:solidFill>
              <a:latin typeface="Times New Roman" panose="02020603050405020304" pitchFamily="18" charset="0"/>
            </a:endParaRPr>
          </a:p>
        </p:txBody>
      </p:sp>
      <p:sp>
        <p:nvSpPr>
          <p:cNvPr id="13" name="标题 12"/>
          <p:cNvSpPr>
            <a:spLocks noGrp="1"/>
          </p:cNvSpPr>
          <p:nvPr>
            <p:ph type="title"/>
            <p:custDataLst>
              <p:tags r:id="rId2"/>
            </p:custDataLst>
          </p:nvPr>
        </p:nvSpPr>
        <p:spPr>
          <a:noFill/>
          <a:ln>
            <a:noFill/>
            <a:prstDash val="sysDash"/>
          </a:ln>
        </p:spPr>
        <p:txBody>
          <a:bodyPr vert="horz" wrap="square" lIns="91440" tIns="45720" rIns="91440" bIns="45720" rtlCol="0" anchor="ctr">
            <a:normAutofit/>
          </a:bodyPr>
          <a:lstStyle/>
          <a:p>
            <a:pPr lvl="0" algn="l">
              <a:buClrTx/>
              <a:buSzTx/>
              <a:buFontTx/>
            </a:pPr>
            <a:r>
              <a:rPr>
                <a:sym typeface="+mn-ea"/>
              </a:rPr>
              <a:t>附：赛区补充规定</a:t>
            </a:r>
            <a:endParaRPr>
              <a:sym typeface="+mn-ea"/>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520" y="732790"/>
            <a:ext cx="3854450" cy="597281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ctr" anchorCtr="0"/>
          <a:lstStyle/>
          <a:p>
            <a:pPr eaLnBrk="1" hangingPunct="1"/>
            <a:r>
              <a:rPr lang="zh-CN" altLang="en-US" dirty="0" smtClean="0">
                <a:latin typeface="华文行楷" panose="02010800040101010101" pitchFamily="2" charset="-122"/>
                <a:ea typeface="华文行楷" panose="02010800040101010101" pitchFamily="2" charset="-122"/>
              </a:rPr>
              <a:t>四、参考内容</a:t>
            </a:r>
            <a:r>
              <a:rPr lang="en-US" altLang="zh-CN" dirty="0" smtClean="0">
                <a:latin typeface="华文行楷" panose="02010800040101010101" pitchFamily="2" charset="-122"/>
                <a:ea typeface="华文行楷" panose="02010800040101010101" pitchFamily="2" charset="-122"/>
              </a:rPr>
              <a:t>——</a:t>
            </a:r>
            <a:r>
              <a:rPr lang="zh-CN" altLang="en-US" dirty="0" smtClean="0">
                <a:latin typeface="华文行楷" panose="02010800040101010101" pitchFamily="2" charset="-122"/>
                <a:ea typeface="华文行楷" panose="02010800040101010101" pitchFamily="2" charset="-122"/>
              </a:rPr>
              <a:t>论文格式规范：</a:t>
            </a:r>
            <a:endParaRPr lang="zh-CN" altLang="en-US" dirty="0">
              <a:latin typeface="华文行楷" panose="02010800040101010101" pitchFamily="2" charset="-122"/>
              <a:ea typeface="华文行楷" panose="02010800040101010101" pitchFamily="2" charset="-122"/>
            </a:endParaRPr>
          </a:p>
        </p:txBody>
      </p:sp>
      <p:sp>
        <p:nvSpPr>
          <p:cNvPr id="3" name="内容占位符 2"/>
          <p:cNvSpPr>
            <a:spLocks noGrp="1"/>
          </p:cNvSpPr>
          <p:nvPr>
            <p:ph idx="1" hasCustomPrompt="1"/>
          </p:nvPr>
        </p:nvSpPr>
        <p:spPr>
          <a:xfrm>
            <a:off x="628650" y="1825625"/>
            <a:ext cx="7886700" cy="4699000"/>
          </a:xfr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规则：</a:t>
            </a:r>
            <a:endParaRPr kumimoji="0" lang="en-US" altLang="zh-CN"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国赛论文格式规范</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常用科技论文写作规则</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科技论文写作注意事项</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模块：</a:t>
            </a:r>
            <a:endParaRPr kumimoji="0" lang="en-US" altLang="zh-CN"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标题、摘要</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问题重述</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、问题分析、模型假设、符号说明</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模式的建立和求解</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模式的检验、定量分析和评价</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结论，参考文献，附件</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工具</a:t>
            </a:r>
            <a:r>
              <a:rPr kumimoji="0" lang="zh-CN" altLang="en-US"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（熟练为主</a:t>
            </a:r>
            <a:r>
              <a:rPr kumimoji="0" lang="zh-CN" altLang="en-US"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0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 -Latex </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使用</a:t>
            </a:r>
            <a:endPar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  -PDF</a:t>
            </a:r>
            <a:r>
              <a:rPr kumimoji="0" lang="zh-CN" altLang="en-US" sz="1400" b="0"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编辑器</a:t>
            </a:r>
            <a:endParaRPr kumimoji="0" lang="zh-CN" altLang="en-US" sz="1400" b="0" i="0" u="none" strike="noStrike" kern="1200" cap="none" spc="0" normalizeH="0" baseline="0" noProof="0" dirty="0">
              <a:ln>
                <a:noFill/>
              </a:ln>
              <a:solidFill>
                <a:schemeClr val="accent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vert="horz" wrap="square" lIns="91440" tIns="45720" rIns="91440" bIns="45720" anchor="ctr" anchorCtr="0"/>
          <a:lstStyle/>
          <a:p>
            <a:pPr eaLnBrk="1" hangingPunct="1"/>
            <a:r>
              <a:rPr lang="zh-CN" altLang="en-US" dirty="0">
                <a:latin typeface="华文行楷" panose="02010800040101010101" pitchFamily="2" charset="-122"/>
                <a:ea typeface="华文行楷" panose="02010800040101010101" pitchFamily="2" charset="-122"/>
              </a:rPr>
              <a:t>四、参考内容</a:t>
            </a:r>
            <a:r>
              <a:rPr lang="en-US" altLang="zh-CN" dirty="0">
                <a:latin typeface="华文行楷" panose="02010800040101010101" pitchFamily="2" charset="-122"/>
                <a:ea typeface="华文行楷" panose="02010800040101010101" pitchFamily="2" charset="-122"/>
              </a:rPr>
              <a:t>——</a:t>
            </a:r>
            <a:r>
              <a:rPr lang="zh-CN" altLang="en-US" dirty="0">
                <a:latin typeface="华文行楷" panose="02010800040101010101" pitchFamily="2" charset="-122"/>
                <a:ea typeface="华文行楷" panose="02010800040101010101" pitchFamily="2" charset="-122"/>
              </a:rPr>
              <a:t>论文格式规范：</a:t>
            </a:r>
            <a:endParaRPr lang="zh-CN" altLang="en-US" dirty="0">
              <a:latin typeface="华文行楷" panose="02010800040101010101" pitchFamily="2" charset="-122"/>
              <a:ea typeface="华文行楷" panose="02010800040101010101" pitchFamily="2" charset="-122"/>
            </a:endParaRPr>
          </a:p>
        </p:txBody>
      </p:sp>
      <p:sp>
        <p:nvSpPr>
          <p:cNvPr id="14339" name="内容占位符 2"/>
          <p:cNvSpPr>
            <a:spLocks noGrp="1"/>
          </p:cNvSpPr>
          <p:nvPr>
            <p:ph idx="1" hasCustomPrompt="1"/>
          </p:nvPr>
        </p:nvSpPr>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1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电子版规则</a:t>
            </a:r>
            <a:endParaRPr kumimoji="0" lang="en-US" altLang="zh-CN" sz="1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8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两</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个电子文件，分别对应参赛论文和支撑材料</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参赛论文（不超过</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20MB</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2021</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年开始，电子版不能包括承诺书和编号专用页，电子版论文第一页为摘要，文件格式只能为</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PDF</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或</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Word</a:t>
            </a:r>
            <a:r>
              <a:rPr kumimoji="0" lang="en-US" altLang="zh-CN" sz="1400" b="1"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建议</a:t>
            </a:r>
            <a:r>
              <a:rPr kumimoji="0" lang="en-US" altLang="zh-CN" sz="1400" b="1"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PDF)</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，不要压缩。</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支撑材料（不超过</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20MB</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）：包括用于支撑论文模型、结果、结论的所有必要文件，如源程序、数据、中间结果的图形表格等。用压缩包提交。（上海市要求</a:t>
            </a:r>
            <a:r>
              <a:rPr kumimoji="0" lang="en-US" altLang="zh-CN" sz="1400" b="1" i="0" u="none" strike="noStrike" kern="1200" cap="none" spc="0" normalizeH="0" baseline="0" noProof="0" dirty="0" smtClean="0">
                <a:ln>
                  <a:noFill/>
                </a:ln>
                <a:solidFill>
                  <a:schemeClr val="accent1"/>
                </a:solidFill>
                <a:effectLst/>
                <a:uLnTx/>
                <a:uFillTx/>
                <a:latin typeface="宋体" panose="02010600030101010101" pitchFamily="2" charset="-122"/>
                <a:ea typeface="宋体" panose="02010600030101010101" pitchFamily="2" charset="-122"/>
                <a:cs typeface="+mn-cs"/>
              </a:rPr>
              <a:t>.RAR</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endParaRPr kumimoji="0" lang="en-US"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18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灵活参考</a:t>
            </a:r>
            <a:endParaRPr kumimoji="0" lang="en-US" altLang="zh-CN" sz="18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正文一般采用</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10.5pt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即中文五号字体，可以适当调整行间距。</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表格和图片注解部分可调节小字号</a:t>
            </a:r>
            <a:endPar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数据表格和公式推导可以先在正文中放一小部分，再放到附录里。</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pPr eaLnBrk="1" hangingPunct="1"/>
            <a:r>
              <a:rPr lang="zh-CN" altLang="en-US" dirty="0">
                <a:latin typeface="华文行楷" panose="02010800040101010101" pitchFamily="2" charset="-122"/>
                <a:ea typeface="华文行楷" panose="02010800040101010101" pitchFamily="2" charset="-122"/>
              </a:rPr>
              <a:t>四、参考内容</a:t>
            </a:r>
            <a:r>
              <a:rPr lang="en-US" altLang="zh-CN" dirty="0">
                <a:latin typeface="华文行楷" panose="02010800040101010101" pitchFamily="2" charset="-122"/>
                <a:ea typeface="华文行楷" panose="02010800040101010101" pitchFamily="2" charset="-122"/>
              </a:rPr>
              <a:t>——</a:t>
            </a:r>
            <a:r>
              <a:rPr lang="zh-CN" altLang="en-US" dirty="0">
                <a:latin typeface="华文行楷" panose="02010800040101010101" pitchFamily="2" charset="-122"/>
                <a:ea typeface="华文行楷" panose="02010800040101010101" pitchFamily="2" charset="-122"/>
              </a:rPr>
              <a:t>论文格式规范：</a:t>
            </a:r>
            <a:endParaRPr lang="zh-CN" altLang="en-US" dirty="0">
              <a:latin typeface="华文行楷" panose="02010800040101010101" pitchFamily="2" charset="-122"/>
              <a:ea typeface="华文行楷" panose="02010800040101010101" pitchFamily="2" charset="-122"/>
            </a:endParaRPr>
          </a:p>
        </p:txBody>
      </p:sp>
      <p:sp>
        <p:nvSpPr>
          <p:cNvPr id="3" name="内容占位符 2"/>
          <p:cNvSpPr>
            <a:spLocks noGrp="1"/>
          </p:cNvSpPr>
          <p:nvPr>
            <p:ph idx="1" hasCustomPrompt="1"/>
          </p:nvPr>
        </p:nvSpPr>
        <p:spPr>
          <a:xfrm>
            <a:off x="628650" y="1412875"/>
            <a:ext cx="7886700" cy="4895850"/>
          </a:xfr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16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排版规则</a:t>
            </a:r>
            <a:endParaRPr kumimoji="0" lang="en-US" altLang="zh-CN" sz="16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-A4</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版面，页边距上下左右各</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2.5cm</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摘要为单独一页，注意</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2021</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年开始承诺书和编号专用页不要放在论文里，在确认论文提交信息时，单独提交纸质版给学校备案，编号专用页不用做不提交。</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从第</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页开始是论文正文（不要目录，尽量控制在</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20</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页内）</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正文后是论文附录（页数不限）</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endParaRPr kumimoji="0" lang="en-US" altLang="zh-CN" sz="1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16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撰写规则</a:t>
            </a:r>
            <a:endParaRPr kumimoji="0" lang="en-US" altLang="zh-CN" sz="16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6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摘要专用页一定要写标题和关键字（不需要翻译成英文）</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附录中必须提供所有的源程序和数据，</a:t>
            </a:r>
            <a:r>
              <a:rPr kumimoji="0" lang="zh-CN"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如果确实没有需要提供的支撑材料，可以不提供支撑材料文件，并在论文附录中注明“本论文没有支撑材料”。</a:t>
            </a:r>
            <a:endParaRPr kumimoji="0" lang="en-US" altLang="zh-CN" sz="1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论文摘要专用页、正文和附录中任何地方都不能有显示参赛者身份和所在学校及赛区的信息。</a:t>
            </a:r>
            <a:endParaRPr kumimoji="0" lang="zh-CN" altLang="zh-CN" sz="1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引用别人的成果或其他公开的资料（包括网上资料）必须按照科技论文写作规范格式列出参考文献，并在正式引用处予以标注。</a:t>
            </a:r>
            <a:endParaRPr kumimoji="0" lang="en-US" altLang="zh-CN" sz="1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defRPr/>
            </a:pPr>
            <a:r>
              <a:rPr kumimoji="0" lang="en-US" altLang="zh-CN" sz="1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不要照抄原题或原文内容，这将加大查重重复率数值</a:t>
            </a:r>
            <a:r>
              <a:rPr kumimoji="0" lang="zh-CN" altLang="en-US" sz="1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1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3.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CONTENT_GROUP_TYPE" val="contentchip"/>
</p:tagLst>
</file>

<file path=ppt/tags/tag4.xml><?xml version="1.0" encoding="utf-8"?>
<p:tagLst xmlns:p="http://schemas.openxmlformats.org/presentationml/2006/main">
  <p:tag name="KSO_WM_UNIT_ISCONTENTSTITLE" val="0"/>
  <p:tag name="KSO_WM_UNIT_ISNUMDGMTITLE" val="0"/>
  <p:tag name="KSO_WM_UNIT_PRESET_TEXT" val="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5.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CONTENT_GROUP_TYPE" val="titlestyle"/>
  <p:tag name="KSO_WM_UNIT_TYPE" val="i"/>
  <p:tag name="KSO_WM_UNIT_INDEX" val="1"/>
</p:tagLst>
</file>

<file path=ppt/tags/tag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1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22.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CONTENT_GROUP_TYPE" val="contentchip"/>
  <p:tag name="KSO_WM_UNIT_TYPE" val="i"/>
  <p:tag name="KSO_WM_UNIT_INDEX" val="2"/>
</p:tagLst>
</file>

<file path=ppt/tags/tag26.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27.xml><?xml version="1.0" encoding="utf-8"?>
<p:tagLst xmlns:p="http://schemas.openxmlformats.org/presentationml/2006/main">
  <p:tag name="KSO_WM_UNIT_ISCONTENTSTITLE" val="0"/>
  <p:tag name="KSO_WM_UNIT_ISNUMDGMTITLE" val="0"/>
  <p:tag name="KSO_WM_UNIT_PRESET_TEXT" val="单击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39.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41.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43.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60.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67.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CONTENT_GROUP_TYPE" val="contentchip"/>
</p:tagLst>
</file>

<file path=ppt/tags/tag68.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TYPE" val="i"/>
  <p:tag name="KSO_WM_UNIT_INDEX" val="2"/>
</p:tagLst>
</file>

<file path=ppt/tags/tag7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9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92"/>
</p:tagLst>
</file>

<file path=ppt/tags/tag80.xml><?xml version="1.0" encoding="utf-8"?>
<p:tagLst xmlns:p="http://schemas.openxmlformats.org/presentationml/2006/main">
  <p:tag name="KSO_WM_BEAUTIFY_FLAG" val="#wm#"/>
  <p:tag name="KSO_WM_TEMPLATE_CATEGORY" val="custom"/>
  <p:tag name="KSO_WM_TEMPLATE_INDEX" val="20230292"/>
  <p:tag name="KSO_WM_SPECIAL_SOURCE" val="bdnull"/>
  <p:tag name="KSO_WM_TEMPLATE_SUBCATEGORY" val="29"/>
  <p:tag name="KSO_WM_TEMPLATE_MASTER_TYPE" val="0"/>
  <p:tag name="KSO_WM_TEMPLATE_COLOR_TYPE" val="0"/>
  <p:tag name="KSO_WM_TAG_VERSION" val="3.0"/>
  <p:tag name="KSO_WM_TEMPLATE_THUMBS_INDEX" val="1、9"/>
</p:tagLst>
</file>

<file path=ppt/tags/tag8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82.xml><?xml version="1.0" encoding="utf-8"?>
<p:tagLst xmlns:p="http://schemas.openxmlformats.org/presentationml/2006/main">
  <p:tag name="KSO_WM_UNIT_INDEX" val="6"/>
  <p:tag name="KSO_WM_UNIT_TYPE" val="i"/>
  <p:tag name="KSO_WM_BEAUTIFY_FLAG" val="#wm#"/>
</p:tagLst>
</file>

<file path=ppt/tags/tag83.xml><?xml version="1.0" encoding="utf-8"?>
<p:tagLst xmlns:p="http://schemas.openxmlformats.org/presentationml/2006/main">
  <p:tag name="KSO_WM_UNIT_INDEX" val="3"/>
  <p:tag name="KSO_WM_UNIT_TYPE" val="f"/>
  <p:tag name="KSO_WM_UNIT_SUBTYPE" val="a"/>
  <p:tag name="KSO_WM_BEAUTIFY_FLAG" val="#wm#"/>
</p:tagLst>
</file>

<file path=ppt/tags/tag84.xml><?xml version="1.0" encoding="utf-8"?>
<p:tagLst xmlns:p="http://schemas.openxmlformats.org/presentationml/2006/main">
  <p:tag name="KSO_WM_UNIT_INDEX" val="1"/>
  <p:tag name="KSO_WM_UNIT_TYPE" val="a"/>
  <p:tag name="KSO_WM_BEAUTIFY_FLAG" val="#wm#"/>
  <p:tag name="KSO_WM_UNIT_TEXT" val="准备相关文件"/>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85.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86.xml><?xml version="1.0" encoding="utf-8"?>
<p:tagLst xmlns:p="http://schemas.openxmlformats.org/presentationml/2006/main">
  <p:tag name="KSO_WM_UNIT_INDEX" val="8"/>
  <p:tag name="KSO_WM_UNIT_TYPE" val="i"/>
  <p:tag name="KSO_WM_BEAUTIFY_FLAG" val="#wm#"/>
</p:tagLst>
</file>

<file path=ppt/tags/tag87.xml><?xml version="1.0" encoding="utf-8"?>
<p:tagLst xmlns:p="http://schemas.openxmlformats.org/presentationml/2006/main">
  <p:tag name="KSO_WM_UNIT_INDEX" val="16"/>
  <p:tag name="KSO_WM_UNIT_TYPE" val="f"/>
  <p:tag name="KSO_WM_UNIT_SUBTYPE" val="a"/>
  <p:tag name="KSO_WM_BEAUTIFY_FLAG" val="#wm#"/>
</p:tagLst>
</file>

<file path=ppt/tags/tag88.xml><?xml version="1.0" encoding="utf-8"?>
<p:tagLst xmlns:p="http://schemas.openxmlformats.org/presentationml/2006/main">
  <p:tag name="KSO_WM_UNIT_INDEX" val="7"/>
  <p:tag name="KSO_WM_UNIT_TYPE" val="f"/>
  <p:tag name="KSO_WM_UNIT_SUBTYPE" val="a"/>
  <p:tag name="KSO_WM_BEAUTIFY_FLAG" val="#wm#"/>
</p:tagLst>
</file>

<file path=ppt/tags/tag89.xml><?xml version="1.0" encoding="utf-8"?>
<p:tagLst xmlns:p="http://schemas.openxmlformats.org/presentationml/2006/main">
  <p:tag name="KSO_WM_UNIT_INDEX" val="1"/>
  <p:tag name="KSO_WM_UNIT_TYPE" val="a"/>
  <p:tag name="KSO_WM_BEAUTIFY_FLAG" val="#wm#"/>
  <p:tag name="KSO_WM_UNIT_TEXT" val="二、  2023年新添参赛学校（2所）"/>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0.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91.xml><?xml version="1.0" encoding="utf-8"?>
<p:tagLst xmlns:p="http://schemas.openxmlformats.org/presentationml/2006/main">
  <p:tag name="KSO_WM_UNIT_INDEX" val="7"/>
  <p:tag name="KSO_WM_UNIT_TYPE" val="i"/>
  <p:tag name="KSO_WM_BEAUTIFY_FLAG" val="#wm#"/>
</p:tagLst>
</file>

<file path=ppt/tags/tag92.xml><?xml version="1.0" encoding="utf-8"?>
<p:tagLst xmlns:p="http://schemas.openxmlformats.org/presentationml/2006/main">
  <p:tag name="KSO_WM_UNIT_INDEX" val="4"/>
  <p:tag name="KSO_WM_UNIT_TYPE" val="f"/>
  <p:tag name="KSO_WM_UNIT_SUBTYPE" val="a"/>
  <p:tag name="KSO_WM_BEAUTIFY_FLAG" val="#wm#"/>
</p:tagLst>
</file>

<file path=ppt/tags/tag93.xml><?xml version="1.0" encoding="utf-8"?>
<p:tagLst xmlns:p="http://schemas.openxmlformats.org/presentationml/2006/main">
  <p:tag name="KSO_WM_UNIT_INDEX" val="6"/>
  <p:tag name="KSO_WM_UNIT_TYPE" val="j"/>
  <p:tag name="KSO_WM_BEAUTIFY_FLAG" val="#wm#"/>
</p:tagLst>
</file>

<file path=ppt/tags/tag94.xml><?xml version="1.0" encoding="utf-8"?>
<p:tagLst xmlns:p="http://schemas.openxmlformats.org/presentationml/2006/main">
  <p:tag name="KSO_WM_UNIT_INDEX" val="5"/>
  <p:tag name="KSO_WM_UNIT_TYPE" val="j"/>
  <p:tag name="KSO_WM_BEAUTIFY_FLAG" val="#wm#"/>
</p:tagLst>
</file>

<file path=ppt/tags/tag95.xml><?xml version="1.0" encoding="utf-8"?>
<p:tagLst xmlns:p="http://schemas.openxmlformats.org/presentationml/2006/main">
  <p:tag name="KSO_WM_UNIT_INDEX" val="3"/>
  <p:tag name="KSO_WM_UNIT_TYPE" val="f"/>
  <p:tag name="KSO_WM_UNIT_SUBTYPE" val="a"/>
  <p:tag name="KSO_WM_BEAUTIFY_FLAG" val="#wm#"/>
</p:tagLst>
</file>

<file path=ppt/tags/tag96.xml><?xml version="1.0" encoding="utf-8"?>
<p:tagLst xmlns:p="http://schemas.openxmlformats.org/presentationml/2006/main">
  <p:tag name="KSO_WM_UNIT_INDEX" val="1"/>
  <p:tag name="KSO_WM_UNIT_TYPE" val="a"/>
  <p:tag name="KSO_WM_BEAUTIFY_FLAG" val="#wm#"/>
  <p:tag name="KSO_WM_UNIT_TEXT" val="四1    关注查重"/>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7.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98.xml><?xml version="1.0" encoding="utf-8"?>
<p:tagLst xmlns:p="http://schemas.openxmlformats.org/presentationml/2006/main">
  <p:tag name="KSO_WM_UNIT_INDEX" val="4"/>
  <p:tag name="KSO_WM_UNIT_TYPE" val="i"/>
  <p:tag name="KSO_WM_BEAUTIFY_FLAG" val="#wm#"/>
</p:tagLst>
</file>

<file path=ppt/tags/tag99.xml><?xml version="1.0" encoding="utf-8"?>
<p:tagLst xmlns:p="http://schemas.openxmlformats.org/presentationml/2006/main">
  <p:tag name="KSO_WM_UNIT_INDEX" val="3"/>
  <p:tag name="KSO_WM_UNIT_TYPE" val="j"/>
  <p:tag name="KSO_WM_BEAUTIFY_FLAG" val="#wm#"/>
</p:tagLst>
</file>

<file path=ppt/tags/tag100.xml><?xml version="1.0" encoding="utf-8"?>
<p:tagLst xmlns:p="http://schemas.openxmlformats.org/presentationml/2006/main">
  <p:tag name="KSO_WM_UNIT_INDEX" val="1"/>
  <p:tag name="KSO_WM_UNIT_TYPE" val="a"/>
  <p:tag name="KSO_WM_BEAUTIFY_FLAG" val="#wm#"/>
  <p:tag name="KSO_WM_UNIT_TEXT" val="五、作品提交"/>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7*a*1"/>
  <p:tag name="KSO_WM_UNIT_LAYERLEVEL" val="1"/>
  <p:tag name="KSO_WM_TAG_VERSION" val="3.0"/>
</p:tagLst>
</file>

<file path=ppt/tags/tag101.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02.xml><?xml version="1.0" encoding="utf-8"?>
<p:tagLst xmlns:p="http://schemas.openxmlformats.org/presentationml/2006/main">
  <p:tag name="KSO_WM_UNIT_INDEX" val="11"/>
  <p:tag name="KSO_WM_UNIT_TYPE" val="i"/>
  <p:tag name="KSO_WM_BEAUTIFY_FLAG" val="#wm#"/>
</p:tagLst>
</file>

<file path=ppt/tags/tag103.xml><?xml version="1.0" encoding="utf-8"?>
<p:tagLst xmlns:p="http://schemas.openxmlformats.org/presentationml/2006/main">
  <p:tag name="KSO_WM_UNIT_INDEX" val="15"/>
  <p:tag name="KSO_WM_UNIT_TYPE" val="f"/>
  <p:tag name="KSO_WM_UNIT_SUBTYPE" val="a"/>
  <p:tag name="KSO_WM_BEAUTIFY_FLAG" val="#wm#"/>
</p:tagLst>
</file>

<file path=ppt/tags/tag104.xml><?xml version="1.0" encoding="utf-8"?>
<p:tagLst xmlns:p="http://schemas.openxmlformats.org/presentationml/2006/main">
  <p:tag name="KSO_WM_UNIT_INDEX" val="1"/>
  <p:tag name="KSO_WM_UNIT_TYPE" val="a"/>
  <p:tag name="KSO_WM_BEAUTIFY_FLAG" val="#wm#"/>
  <p:tag name="KSO_WM_UNIT_TEXT" val="四2    承诺书与编号专用页"/>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5.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06.xml><?xml version="1.0" encoding="utf-8"?>
<p:tagLst xmlns:p="http://schemas.openxmlformats.org/presentationml/2006/main">
  <p:tag name="KSO_WM_UNIT_INDEX" val="1"/>
  <p:tag name="KSO_WM_UNIT_TYPE" val="a"/>
  <p:tag name="KSO_WM_BEAUTIFY_FLAG" val="#wm#"/>
  <p:tag name="KSO_WM_UNIT_TEXT" val="四2    承诺书与编号专用页"/>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7.xml><?xml version="1.0" encoding="utf-8"?>
<p:tagLst xmlns:p="http://schemas.openxmlformats.org/presentationml/2006/main">
  <p:tag name="KSO_WM_BEAUTIFY_FLAG" val="#wm#"/>
  <p:tag name="KSO_WM_TEMPLATE_CATEGORY" val="custom"/>
  <p:tag name="KSO_WM_TEMPLATE_INDEX" val="20230292"/>
</p:tagLst>
</file>

<file path=ppt/tags/tag108.xml><?xml version="1.0" encoding="utf-8"?>
<p:tagLst xmlns:p="http://schemas.openxmlformats.org/presentationml/2006/main">
  <p:tag name="KSO_WM_UNIT_INDEX" val="6"/>
  <p:tag name="KSO_WM_UNIT_TYPE" val="i"/>
  <p:tag name="KSO_WM_BEAUTIFY_FLAG" val="#wm#"/>
</p:tagLst>
</file>

<file path=ppt/tags/tag109.xml><?xml version="1.0" encoding="utf-8"?>
<p:tagLst xmlns:p="http://schemas.openxmlformats.org/presentationml/2006/main">
  <p:tag name="KSO_WM_UNIT_INDEX" val="9"/>
  <p:tag name="KSO_WM_UNIT_TYPE" val="f"/>
  <p:tag name="KSO_WM_UNIT_SUBTYPE" val="a"/>
  <p:tag name="KSO_WM_BEAUTIFY_FLAG" val="#wm#"/>
</p:tagLst>
</file>

<file path=ppt/tags/tag110.xml><?xml version="1.0" encoding="utf-8"?>
<p:tagLst xmlns:p="http://schemas.openxmlformats.org/presentationml/2006/main">
  <p:tag name="KSO_WM_UNIT_INDEX" val="1"/>
  <p:tag name="KSO_WM_UNIT_TYPE" val="a"/>
  <p:tag name="KSO_WM_BEAUTIFY_FLAG" val="#wm#"/>
  <p:tag name="KSO_WM_UNIT_TEXT" val="五2    作品命名"/>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11.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12.xml><?xml version="1.0" encoding="utf-8"?>
<p:tagLst xmlns:p="http://schemas.openxmlformats.org/presentationml/2006/main">
  <p:tag name="KSO_WM_UNIT_INDEX" val="6"/>
  <p:tag name="KSO_WM_UNIT_TYPE" val="i"/>
  <p:tag name="KSO_WM_BEAUTIFY_FLAG" val="#wm#"/>
</p:tagLst>
</file>

<file path=ppt/tags/tag113.xml><?xml version="1.0" encoding="utf-8"?>
<p:tagLst xmlns:p="http://schemas.openxmlformats.org/presentationml/2006/main">
  <p:tag name="KSO_WM_UNIT_INDEX" val="1"/>
  <p:tag name="KSO_WM_UNIT_TYPE" val="a"/>
  <p:tag name="KSO_WM_BEAUTIFY_FLAG" val="#wm#"/>
  <p:tag name="KSO_WM_UNIT_TEXT" val="五2    作品命名"/>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14.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15.xml><?xml version="1.0" encoding="utf-8"?>
<p:tagLst xmlns:p="http://schemas.openxmlformats.org/presentationml/2006/main">
  <p:tag name="KSO_WM_UNIT_INDEX" val="15"/>
  <p:tag name="KSO_WM_UNIT_TYPE" val="f"/>
  <p:tag name="KSO_WM_UNIT_SUBTYPE" val="a"/>
  <p:tag name="KSO_WM_BEAUTIFY_FLAG" val="#wm#"/>
</p:tagLst>
</file>

<file path=ppt/tags/tag116.xml><?xml version="1.0" encoding="utf-8"?>
<p:tagLst xmlns:p="http://schemas.openxmlformats.org/presentationml/2006/main">
  <p:tag name="KSO_WM_UNIT_INDEX" val="3"/>
  <p:tag name="KSO_WM_UNIT_TYPE" val="i"/>
  <p:tag name="KSO_WM_BEAUTIFY_FLAG" val="#wm#"/>
</p:tagLst>
</file>

<file path=ppt/tags/tag117.xml><?xml version="1.0" encoding="utf-8"?>
<p:tagLst xmlns:p="http://schemas.openxmlformats.org/presentationml/2006/main">
  <p:tag name="KSO_WM_UNIT_INDEX" val="1"/>
  <p:tag name="KSO_WM_UNIT_TYPE" val="a"/>
  <p:tag name="KSO_WM_BEAUTIFY_FLAG" val="#wm#"/>
  <p:tag name="KSO_WM_UNIT_TEXT" val="五3、作品提交"/>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18.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19.xml><?xml version="1.0" encoding="utf-8"?>
<p:tagLst xmlns:p="http://schemas.openxmlformats.org/presentationml/2006/main">
  <p:tag name="KSO_WM_UNIT_INDEX" val="4"/>
  <p:tag name="KSO_WM_UNIT_TYPE" val="i"/>
  <p:tag name="KSO_WM_BEAUTIFY_FLAG" val="#wm#"/>
</p:tagLst>
</file>

<file path=ppt/tags/tag120.xml><?xml version="1.0" encoding="utf-8"?>
<p:tagLst xmlns:p="http://schemas.openxmlformats.org/presentationml/2006/main">
  <p:tag name="KSO_WM_UNIT_INDEX" val="1"/>
  <p:tag name="KSO_WM_UNIT_TYPE" val="a"/>
  <p:tag name="KSO_WM_BEAUTIFY_FLAG" val="#wm#"/>
  <p:tag name="KSO_WM_UNIT_TEXT" val="五1、参赛队编号（ 12位）解读"/>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ID" val="_7*a*1"/>
  <p:tag name="KSO_WM_UNIT_LAYERLEVEL" val="1"/>
  <p:tag name="KSO_WM_TAG_VERSION" val="3.0"/>
</p:tagLst>
</file>

<file path=ppt/tags/tag121.xml><?xml version="1.0" encoding="utf-8"?>
<p:tagLst xmlns:p="http://schemas.openxmlformats.org/presentationml/2006/main">
  <p:tag name="KSO_WM_SLIDE_TYPE" val="text"/>
  <p:tag name="KSO_WM_BEAUTIFY_FLAG" val="#wm#"/>
  <p:tag name="KSO_WM_SLIDE_ID" val="custom20230292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292"/>
  <p:tag name="KSO_WM_SLIDE_SUBTYPE" val="pureTxt"/>
  <p:tag name="KSO_WM_SLIDE_SIZE" val="863*459"/>
  <p:tag name="KSO_WM_SLIDE_POSITION" val="47*32"/>
  <p:tag name="KSO_WM_SLIDE_LAYOUT" val="a_f"/>
  <p:tag name="KSO_WM_SLIDE_LAYOUT_CNT" val="1_1"/>
  <p:tag name="KSO_WM_SPECIAL_SOURCE" val="bdnull"/>
  <p:tag name="KSO_WM_SLIDE_LAYOUT_NAME" val="标题和内容"/>
</p:tagLst>
</file>

<file path=ppt/tags/tag122.xml><?xml version="1.0" encoding="utf-8"?>
<p:tagLst xmlns:p="http://schemas.openxmlformats.org/presentationml/2006/main">
  <p:tag name="COMMONDATA" val="eyJoZGlkIjoiYjIzMWFkMDMxY2NjNWRmMzA4MTQ0ZDE5MGM1ZmQ0YTIifQ=="/>
</p:tagLst>
</file>

<file path=ppt/theme/theme1.xml><?xml version="1.0" encoding="utf-8"?>
<a:theme xmlns:a="http://schemas.openxmlformats.org/drawingml/2006/main" name="默认设计模板">
  <a:themeElements>
    <a:clrScheme name="">
      <a:dk1>
        <a:srgbClr val="000000"/>
      </a:dk1>
      <a:lt1>
        <a:srgbClr val="FFFFFF"/>
      </a:lt1>
      <a:dk2>
        <a:srgbClr val="FFFF99"/>
      </a:dk2>
      <a:lt2>
        <a:srgbClr val="FFFF00"/>
      </a:lt2>
      <a:accent1>
        <a:srgbClr val="FF9900"/>
      </a:accent1>
      <a:accent2>
        <a:srgbClr val="00FFFF"/>
      </a:accent2>
      <a:accent3>
        <a:srgbClr val="FFFFCA"/>
      </a:accent3>
      <a:accent4>
        <a:srgbClr val="DADADA"/>
      </a:accent4>
      <a:accent5>
        <a:srgbClr val="FFCAAA"/>
      </a:accent5>
      <a:accent6>
        <a:srgbClr val="00E7E7"/>
      </a:accent6>
      <a:hlink>
        <a:srgbClr val="FFFF66"/>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FFFF99"/>
      </a:dk2>
      <a:lt2>
        <a:srgbClr val="FFFF00"/>
      </a:lt2>
      <a:accent1>
        <a:srgbClr val="FF9900"/>
      </a:accent1>
      <a:accent2>
        <a:srgbClr val="00FFFF"/>
      </a:accent2>
      <a:accent3>
        <a:srgbClr val="FFFFCA"/>
      </a:accent3>
      <a:accent4>
        <a:srgbClr val="DADADA"/>
      </a:accent4>
      <a:accent5>
        <a:srgbClr val="FFCAAA"/>
      </a:accent5>
      <a:accent6>
        <a:srgbClr val="00E7E7"/>
      </a:accent6>
      <a:hlink>
        <a:srgbClr val="FFFF66"/>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
      <a:dk1>
        <a:srgbClr val="000000"/>
      </a:dk1>
      <a:lt1>
        <a:srgbClr val="FFFFFF"/>
      </a:lt1>
      <a:dk2>
        <a:srgbClr val="003964"/>
      </a:dk2>
      <a:lt2>
        <a:srgbClr val="E8F8FE"/>
      </a:lt2>
      <a:accent1>
        <a:srgbClr val="1DC0FD"/>
      </a:accent1>
      <a:accent2>
        <a:srgbClr val="015BFF"/>
      </a:accent2>
      <a:accent3>
        <a:srgbClr val="22CFD8"/>
      </a:accent3>
      <a:accent4>
        <a:srgbClr val="22B1C4"/>
      </a:accent4>
      <a:accent5>
        <a:srgbClr val="9485FF"/>
      </a:accent5>
      <a:accent6>
        <a:srgbClr val="6F5BFF"/>
      </a:accent6>
      <a:hlink>
        <a:srgbClr val="0563C1"/>
      </a:hlink>
      <a:folHlink>
        <a:srgbClr val="954D72"/>
      </a:folHlink>
    </a:clrScheme>
    <a:fontScheme name="自定义 73">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2498</Words>
  <Application>WPS 演示</Application>
  <PresentationFormat>全屏显示(4:3)</PresentationFormat>
  <Paragraphs>165</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13</vt:i4>
      </vt:variant>
    </vt:vector>
  </HeadingPairs>
  <TitlesOfParts>
    <vt:vector size="26" baseType="lpstr">
      <vt:lpstr>Arial</vt:lpstr>
      <vt:lpstr>宋体</vt:lpstr>
      <vt:lpstr>Wingdings</vt:lpstr>
      <vt:lpstr>Times New Roman</vt:lpstr>
      <vt:lpstr>MiSans Heavy</vt:lpstr>
      <vt:lpstr>Wingdings</vt:lpstr>
      <vt:lpstr>MiSans Normal</vt:lpstr>
      <vt:lpstr>微软雅黑</vt:lpstr>
      <vt:lpstr>Arial Unicode MS</vt:lpstr>
      <vt:lpstr>华文行楷</vt:lpstr>
      <vt:lpstr>默认设计模板</vt:lpstr>
      <vt:lpstr>1_默认设计模板</vt:lpstr>
      <vt:lpstr>1_Office 主题</vt:lpstr>
      <vt:lpstr>准备相关文件</vt:lpstr>
      <vt:lpstr>三、  今年时间节点</vt:lpstr>
      <vt:lpstr>四2    承诺书与编号专用页</vt:lpstr>
      <vt:lpstr>五1、参赛队编号（ 12位）解读</vt:lpstr>
      <vt:lpstr>五2、作品命名</vt:lpstr>
      <vt:lpstr>五2、作品命名</vt:lpstr>
      <vt:lpstr>五3、作品提交</vt:lpstr>
      <vt:lpstr>五3、作品提交</vt:lpstr>
      <vt:lpstr>五3    作品及MD5码提交说明</vt:lpstr>
      <vt:lpstr>附：赛区补充规定</vt:lpstr>
      <vt:lpstr>四、参考内容——论文格式规范：</vt:lpstr>
      <vt:lpstr>四、参考内容——论文格式规范：</vt:lpstr>
      <vt:lpstr>四、参考内容——论文格式规范：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我不是来传授知识的</dc:title>
  <dc:creator>hu</dc:creator>
  <cp:lastModifiedBy>1</cp:lastModifiedBy>
  <cp:revision>1020</cp:revision>
  <cp:lastPrinted>2001-02-19T13:26:00Z</cp:lastPrinted>
  <dcterms:created xsi:type="dcterms:W3CDTF">2001-02-17T13:03:00Z</dcterms:created>
  <dcterms:modified xsi:type="dcterms:W3CDTF">2025-09-03T11:26:24Z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CF191540D72A44FF892E5563C5734DC9_12</vt:lpwstr>
  </property>
  <property fmtid="{D5CDD505-2E9C-101B-9397-08002B2CF9AE}" pid="3" name="KSOProductBuildVer">
    <vt:lpwstr>2052-12.1.0.21541</vt:lpwstr>
  </property>
</Properties>
</file>